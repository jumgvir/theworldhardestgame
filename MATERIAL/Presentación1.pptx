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7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me screen" id="{DE743D2E-A6D4-41AA-999D-6F7E2EC0876A}">
          <p14:sldIdLst>
            <p14:sldId id="256"/>
          </p14:sldIdLst>
        </p14:section>
        <p14:section name="settings button" id="{B8527495-F2CE-44EE-8574-087E05C7D0E8}">
          <p14:sldIdLst>
            <p14:sldId id="258"/>
          </p14:sldIdLst>
        </p14:section>
        <p14:section name="keyBinds" id="{E804D479-443B-46D5-AA77-38FD3E3CF870}">
          <p14:sldIdLst>
            <p14:sldId id="259"/>
          </p14:sldIdLst>
        </p14:section>
        <p14:section name="GAME" id="{982D265E-1271-4684-85D0-FC029DC5EDF8}">
          <p14:sldIdLst>
            <p14:sldId id="260"/>
            <p14:sldId id="261"/>
          </p14:sldIdLst>
        </p14:section>
        <p14:section name="loaderBoard" id="{659C85A0-0E8B-4BD3-A656-3DEED46215C5}">
          <p14:sldIdLst>
            <p14:sldId id="262"/>
          </p14:sldIdLst>
        </p14:section>
        <p14:section name="Select Level" id="{4389A427-EFFE-4677-A8E4-BD23C78BC014}">
          <p14:sldIdLst>
            <p14:sldId id="267"/>
          </p14:sldIdLst>
        </p14:section>
        <p14:section name="playgames" id="{7E054B4C-6FF3-4B59-8A70-2C9CB7308A9B}">
          <p14:sldIdLst>
            <p14:sldId id="263"/>
          </p14:sldIdLst>
        </p14:section>
        <p14:section name="mode" id="{DD37074C-410C-419E-84AD-101C255CE9A1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E118"/>
    <a:srgbClr val="0003F2"/>
    <a:srgbClr val="FF0000"/>
    <a:srgbClr val="820003"/>
    <a:srgbClr val="8A6900"/>
    <a:srgbClr val="F6FEC6"/>
    <a:srgbClr val="B3ACFA"/>
    <a:srgbClr val="144D12"/>
    <a:srgbClr val="0C580A"/>
    <a:srgbClr val="99CB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A0E6FC-099D-4D8A-B0A9-58C88A2EE11A}" v="2" dt="2026-05-21T01:20:37.8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63" autoAdjust="0"/>
    <p:restoredTop sz="94474" autoAdjust="0"/>
  </p:normalViewPr>
  <p:slideViewPr>
    <p:cSldViewPr snapToGrid="0">
      <p:cViewPr varScale="1">
        <p:scale>
          <a:sx n="71" d="100"/>
          <a:sy n="71" d="100"/>
        </p:scale>
        <p:origin x="6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JOSE RIVERA LOPEZ" userId="0ba83d50-3ac1-4007-ae11-e13f022ea9ce" providerId="ADAL" clId="{7CE88485-5EDF-4659-9432-C5B9F8158CB6}"/>
    <pc:docChg chg="undo redo custSel addSld modSld addSection modSection">
      <pc:chgData name="JUAN JOSE RIVERA LOPEZ" userId="0ba83d50-3ac1-4007-ae11-e13f022ea9ce" providerId="ADAL" clId="{7CE88485-5EDF-4659-9432-C5B9F8158CB6}" dt="2026-05-21T01:20:37.829" v="72" actId="571"/>
      <pc:docMkLst>
        <pc:docMk/>
      </pc:docMkLst>
      <pc:sldChg chg="addSp delSp modSp add mod">
        <pc:chgData name="JUAN JOSE RIVERA LOPEZ" userId="0ba83d50-3ac1-4007-ae11-e13f022ea9ce" providerId="ADAL" clId="{7CE88485-5EDF-4659-9432-C5B9F8158CB6}" dt="2026-05-21T01:20:37.829" v="72" actId="571"/>
        <pc:sldMkLst>
          <pc:docMk/>
          <pc:sldMk cId="2081736388" sldId="267"/>
        </pc:sldMkLst>
        <pc:spChg chg="add mod">
          <ac:chgData name="JUAN JOSE RIVERA LOPEZ" userId="0ba83d50-3ac1-4007-ae11-e13f022ea9ce" providerId="ADAL" clId="{7CE88485-5EDF-4659-9432-C5B9F8158CB6}" dt="2026-05-21T01:20:36.806" v="71" actId="571"/>
          <ac:spMkLst>
            <pc:docMk/>
            <pc:sldMk cId="2081736388" sldId="267"/>
            <ac:spMk id="2" creationId="{663017C4-7E31-8AA5-0BC1-001464630031}"/>
          </ac:spMkLst>
        </pc:spChg>
        <pc:spChg chg="add mod">
          <ac:chgData name="JUAN JOSE RIVERA LOPEZ" userId="0ba83d50-3ac1-4007-ae11-e13f022ea9ce" providerId="ADAL" clId="{7CE88485-5EDF-4659-9432-C5B9F8158CB6}" dt="2026-05-21T01:20:37.829" v="72" actId="571"/>
          <ac:spMkLst>
            <pc:docMk/>
            <pc:sldMk cId="2081736388" sldId="267"/>
            <ac:spMk id="3" creationId="{3A4F5473-AB91-0822-D1D3-6F66AB3FF57C}"/>
          </ac:spMkLst>
        </pc:spChg>
        <pc:spChg chg="mod">
          <ac:chgData name="JUAN JOSE RIVERA LOPEZ" userId="0ba83d50-3ac1-4007-ae11-e13f022ea9ce" providerId="ADAL" clId="{7CE88485-5EDF-4659-9432-C5B9F8158CB6}" dt="2026-05-21T01:20:07.490" v="63" actId="790"/>
          <ac:spMkLst>
            <pc:docMk/>
            <pc:sldMk cId="2081736388" sldId="267"/>
            <ac:spMk id="5" creationId="{31A7441F-4312-4C2F-CDBE-7C14FF1917FA}"/>
          </ac:spMkLst>
        </pc:spChg>
        <pc:spChg chg="mod">
          <ac:chgData name="JUAN JOSE RIVERA LOPEZ" userId="0ba83d50-3ac1-4007-ae11-e13f022ea9ce" providerId="ADAL" clId="{7CE88485-5EDF-4659-9432-C5B9F8158CB6}" dt="2026-05-21T01:20:33.080" v="68" actId="1076"/>
          <ac:spMkLst>
            <pc:docMk/>
            <pc:sldMk cId="2081736388" sldId="267"/>
            <ac:spMk id="6" creationId="{7F409963-CE4D-CD36-8F3C-8167B86A99B8}"/>
          </ac:spMkLst>
        </pc:spChg>
        <pc:spChg chg="del mod">
          <ac:chgData name="JUAN JOSE RIVERA LOPEZ" userId="0ba83d50-3ac1-4007-ae11-e13f022ea9ce" providerId="ADAL" clId="{7CE88485-5EDF-4659-9432-C5B9F8158CB6}" dt="2026-05-21T01:20:34.294" v="69" actId="478"/>
          <ac:spMkLst>
            <pc:docMk/>
            <pc:sldMk cId="2081736388" sldId="267"/>
            <ac:spMk id="10" creationId="{0998D70B-28C1-892A-D3D8-5F08E3A74D96}"/>
          </ac:spMkLst>
        </pc:spChg>
        <pc:spChg chg="del">
          <ac:chgData name="JUAN JOSE RIVERA LOPEZ" userId="0ba83d50-3ac1-4007-ae11-e13f022ea9ce" providerId="ADAL" clId="{7CE88485-5EDF-4659-9432-C5B9F8158CB6}" dt="2026-05-21T01:20:34.683" v="70" actId="478"/>
          <ac:spMkLst>
            <pc:docMk/>
            <pc:sldMk cId="2081736388" sldId="267"/>
            <ac:spMk id="11" creationId="{EFAE7C8C-4BD1-560A-6924-51AC3D13ED0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6DBA2C-5BE3-5AA0-0CF6-8B1E2D75F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1E7A77-BE40-BB74-4A3E-B7871E246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9C05F4-E65E-F4C4-18CF-12406436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496F4-305F-4BC1-B817-C5CC9C8B0CDB}" type="datetimeFigureOut">
              <a:rPr lang="es-CO" smtClean="0"/>
              <a:t>20/05/2026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A11FB8-0FC7-CFB9-38C9-62E9C45B0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B62FC5-691A-12BC-B58D-A41A15FDD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F215-2E4F-41E7-9898-AF5FA751C5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920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62D45-F00F-9F90-8280-6E98DF731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A456A2-B3D6-D518-6DCB-B9F3BB75E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87D0C5-DA1D-0B62-9F07-D01C80559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496F4-305F-4BC1-B817-C5CC9C8B0CDB}" type="datetimeFigureOut">
              <a:rPr lang="es-CO" smtClean="0"/>
              <a:t>20/05/2026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98678E-D16E-4F2B-AB5D-07843F5EC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8E0DC9-E1CC-0F2A-E2CF-E43E5FD6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F215-2E4F-41E7-9898-AF5FA751C5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3248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07FD1-9CDE-F819-8D1B-CA9344D8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98AD5A-24EE-FB7E-11AF-C2E5591D7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BF27F0-6573-A01F-8182-21EEF4436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496F4-305F-4BC1-B817-C5CC9C8B0CDB}" type="datetimeFigureOut">
              <a:rPr lang="es-CO" smtClean="0"/>
              <a:t>20/05/2026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BE58B9-2EDD-2714-10C9-EA188E397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4C3E13-8E52-0ED8-8AF2-290713935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F215-2E4F-41E7-9898-AF5FA751C5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5981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A1738-8D66-B6C1-CECA-B5764B160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423334-A769-11A9-5DFA-27A3657D4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630DAB-8608-9D43-7D4D-325814457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CD0F2E-672A-AD20-48D1-4DCD4566F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496F4-305F-4BC1-B817-C5CC9C8B0CDB}" type="datetimeFigureOut">
              <a:rPr lang="es-CO" smtClean="0"/>
              <a:t>20/05/2026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257337-64B4-B141-3514-4854F33E9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A0D615-8DCE-090D-8209-C23DBC54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F215-2E4F-41E7-9898-AF5FA751C5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4907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D3092-4184-9B5E-3D40-5553F1849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9BE33F-6C75-D6FF-18AC-3EECAC818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20C73C-9D8D-402E-BFD1-EA05919F2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B9D0B2D-5106-501C-2BA3-8E621EDEF5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7BEC0A1-35A9-05ED-3581-4B4198700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3EED084-32D5-A73A-ED6F-90215254F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496F4-305F-4BC1-B817-C5CC9C8B0CDB}" type="datetimeFigureOut">
              <a:rPr lang="es-CO" smtClean="0"/>
              <a:t>20/05/2026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76CE90-F695-717E-2A40-B817C611D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444ACE0-FD7F-DDC6-DFDC-EDED5BA0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F215-2E4F-41E7-9898-AF5FA751C5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680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C289A3-43E9-E8DC-C9B8-393A3F93E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3490F8A-FED5-41BA-57A8-618F386C3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496F4-305F-4BC1-B817-C5CC9C8B0CDB}" type="datetimeFigureOut">
              <a:rPr lang="es-CO" smtClean="0"/>
              <a:t>20/05/2026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C06050-4E0E-EE5D-04AD-23259FAB1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CB8829E-066D-6E94-881D-99CE2677A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F215-2E4F-41E7-9898-AF5FA751C5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289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33D8F29-89CC-CD32-2ADE-D46853DF2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496F4-305F-4BC1-B817-C5CC9C8B0CDB}" type="datetimeFigureOut">
              <a:rPr lang="es-CO" smtClean="0"/>
              <a:t>20/05/2026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F5E7736-69C4-17B3-11D7-0A8060F83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8A9A92-8DFF-D9ED-AABA-796DCAF47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F215-2E4F-41E7-9898-AF5FA751C5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30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3E5E2-1DF6-81AA-CC78-24C2332FD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82C1B-FDE8-6650-EB80-CA6B70692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1C7C55-5FA5-A859-ADF4-221423C7F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3B3BA1-981B-BF1E-BEA7-A03E7C89A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496F4-305F-4BC1-B817-C5CC9C8B0CDB}" type="datetimeFigureOut">
              <a:rPr lang="es-CO" smtClean="0"/>
              <a:t>20/05/2026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CCE874-8AB7-A44E-5FC1-DC6EE21A7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95E461-29F8-CDAD-7616-44D4AC64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F215-2E4F-41E7-9898-AF5FA751C5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5333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210B07-7D68-B205-B8C6-7EBA85F5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11D84A8-698C-3B0F-AA28-887BE9CB6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0979DD2-C979-3CA1-21BD-A9BF6A3A8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3BB9DA-0588-59E1-E634-C1D648337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496F4-305F-4BC1-B817-C5CC9C8B0CDB}" type="datetimeFigureOut">
              <a:rPr lang="es-CO" smtClean="0"/>
              <a:t>20/05/2026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3D556A-C8ED-DEEE-CEF6-AFC7EF9F9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E01E35-A022-C0FB-B04B-D27D82A7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F215-2E4F-41E7-9898-AF5FA751C5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1679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9BD883-AA0F-344C-0F62-293E03FA6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724A63-6F88-877D-8AB6-8C1A63A1F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EC220A-E44F-4E67-51DA-29134FD69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496F4-305F-4BC1-B817-C5CC9C8B0CDB}" type="datetimeFigureOut">
              <a:rPr lang="es-CO" smtClean="0"/>
              <a:t>20/05/2026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73ACA6-822B-3446-26EA-1A3636C70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376CFA-4488-4B91-FA9E-CD6B5CA58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F215-2E4F-41E7-9898-AF5FA751C5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0048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A0558A1-459C-4A8E-46E1-A85F179A8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52BB4D-C775-E3AB-F724-6079148D9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9439A8-42D9-92EF-C5D7-158BB984B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496F4-305F-4BC1-B817-C5CC9C8B0CDB}" type="datetimeFigureOut">
              <a:rPr lang="es-CO" smtClean="0"/>
              <a:t>20/05/2026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D6BC61-7CCF-BEA0-8701-30E597726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55EBD9-BB2F-24DE-8CE1-9266F7F4E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7F215-2E4F-41E7-9898-AF5FA751C5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5843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4000">
              <a:srgbClr val="B3ACFA"/>
            </a:gs>
            <a:gs pos="65000">
              <a:srgbClr val="B3ACFA"/>
            </a:gs>
            <a:gs pos="95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24A081C-AA91-E64A-2A9B-F1DF24D4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24FB11-B83D-D8C9-86F2-B23C5CD48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434215-AFAF-FAF0-4987-20C440089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E496F4-305F-4BC1-B817-C5CC9C8B0CDB}" type="datetimeFigureOut">
              <a:rPr lang="es-CO" smtClean="0"/>
              <a:t>20/05/2026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E3CB39-4635-4C7F-B0C5-F2D9FAE5B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D579F8-BBD0-6752-152B-F738A684B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7F215-2E4F-41E7-9898-AF5FA751C5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3643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DED1CCB3-E128-B44E-795D-C74882B11639}"/>
              </a:ext>
            </a:extLst>
          </p:cNvPr>
          <p:cNvSpPr txBox="1"/>
          <p:nvPr/>
        </p:nvSpPr>
        <p:spPr>
          <a:xfrm>
            <a:off x="0" y="-28315"/>
            <a:ext cx="12192000" cy="260071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4800" dirty="0">
                <a:latin typeface="Impact" panose="020B0806030902050204" pitchFamily="34" charset="0"/>
              </a:rPr>
              <a:t>THE</a:t>
            </a:r>
            <a:endParaRPr lang="es-CO" sz="4800" dirty="0">
              <a:latin typeface="Impact" panose="020B0806030902050204" pitchFamily="34" charset="0"/>
            </a:endParaRPr>
          </a:p>
          <a:p>
            <a:r>
              <a:rPr lang="es-CO" sz="11500" dirty="0">
                <a:ln w="38100">
                  <a:solidFill>
                    <a:schemeClr val="tx1"/>
                  </a:solidFill>
                </a:ln>
                <a:gradFill flip="none" rotWithShape="1">
                  <a:gsLst>
                    <a:gs pos="79830">
                      <a:srgbClr val="443A96"/>
                    </a:gs>
                    <a:gs pos="0">
                      <a:srgbClr val="02012A"/>
                    </a:gs>
                    <a:gs pos="44935">
                      <a:srgbClr val="1B128A"/>
                    </a:gs>
                    <a:gs pos="95000">
                      <a:srgbClr val="9F9BD7"/>
                    </a:gs>
                  </a:gsLst>
                  <a:lin ang="16200000" scaled="1"/>
                  <a:tileRect/>
                </a:gradFill>
                <a:latin typeface="Impact" panose="020B0806030902050204" pitchFamily="34" charset="0"/>
              </a:rPr>
              <a:t>DOPO</a:t>
            </a:r>
            <a:r>
              <a:rPr lang="es-CO" sz="11500" dirty="0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 </a:t>
            </a:r>
            <a:r>
              <a:rPr lang="es-CO" sz="11500" dirty="0" err="1">
                <a:ln w="38100">
                  <a:solidFill>
                    <a:schemeClr val="tx1"/>
                  </a:solidFill>
                </a:ln>
                <a:gradFill>
                  <a:gsLst>
                    <a:gs pos="79830">
                      <a:srgbClr val="C99398"/>
                    </a:gs>
                    <a:gs pos="0">
                      <a:srgbClr val="2F0A0B"/>
                    </a:gs>
                    <a:gs pos="44935">
                      <a:srgbClr val="820003"/>
                    </a:gs>
                    <a:gs pos="95000">
                      <a:srgbClr val="C99398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Hardest</a:t>
            </a:r>
            <a:r>
              <a:rPr lang="es-CO" sz="11500" dirty="0">
                <a:ln w="38100">
                  <a:solidFill>
                    <a:schemeClr val="tx1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 </a:t>
            </a:r>
            <a:r>
              <a:rPr lang="es-CO" sz="11500" dirty="0" err="1">
                <a:ln w="38100">
                  <a:solidFill>
                    <a:schemeClr val="tx1"/>
                  </a:solidFill>
                </a:ln>
                <a:gradFill>
                  <a:gsLst>
                    <a:gs pos="0">
                      <a:srgbClr val="144D12"/>
                    </a:gs>
                    <a:gs pos="44935">
                      <a:srgbClr val="0C580A"/>
                    </a:gs>
                    <a:gs pos="95000">
                      <a:srgbClr val="99CB9B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Game</a:t>
            </a:r>
            <a:endParaRPr lang="es-CO" sz="11500" dirty="0">
              <a:ln w="38100">
                <a:solidFill>
                  <a:schemeClr val="tx1"/>
                </a:solidFill>
              </a:ln>
              <a:gradFill>
                <a:gsLst>
                  <a:gs pos="0">
                    <a:srgbClr val="144D12"/>
                  </a:gs>
                  <a:gs pos="44935">
                    <a:srgbClr val="0C580A"/>
                  </a:gs>
                  <a:gs pos="95000">
                    <a:srgbClr val="99CB9B"/>
                  </a:gs>
                </a:gsLst>
                <a:lin ang="16200000" scaled="1"/>
              </a:gradFill>
              <a:latin typeface="Impact" panose="020B0806030902050204" pitchFamily="34" charset="0"/>
            </a:endParaRPr>
          </a:p>
        </p:txBody>
      </p:sp>
      <p:pic>
        <p:nvPicPr>
          <p:cNvPr id="25" name="Grabación de pantalla 23">
            <a:hlinkClick r:id="" action="ppaction://media"/>
            <a:extLst>
              <a:ext uri="{FF2B5EF4-FFF2-40B4-BE49-F238E27FC236}">
                <a16:creationId xmlns:a16="http://schemas.microsoft.com/office/drawing/2014/main" id="{F827980F-0D1E-0580-22E9-A411CD871C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8051" r="7684"/>
          <a:stretch>
            <a:fillRect/>
          </a:stretch>
        </p:blipFill>
        <p:spPr>
          <a:xfrm>
            <a:off x="759949" y="2758733"/>
            <a:ext cx="10273554" cy="2943225"/>
          </a:xfrm>
          <a:prstGeom prst="rect">
            <a:avLst/>
          </a:prstGeom>
        </p:spPr>
      </p:pic>
      <p:sp>
        <p:nvSpPr>
          <p:cNvPr id="26" name="Rectángulo 25">
            <a:extLst>
              <a:ext uri="{FF2B5EF4-FFF2-40B4-BE49-F238E27FC236}">
                <a16:creationId xmlns:a16="http://schemas.microsoft.com/office/drawing/2014/main" id="{616DF248-2C26-4272-47EE-AAF7AA7BFCEB}"/>
              </a:ext>
            </a:extLst>
          </p:cNvPr>
          <p:cNvSpPr/>
          <p:nvPr/>
        </p:nvSpPr>
        <p:spPr>
          <a:xfrm>
            <a:off x="759949" y="3035052"/>
            <a:ext cx="1237130" cy="1011144"/>
          </a:xfrm>
          <a:prstGeom prst="rect">
            <a:avLst/>
          </a:prstGeom>
          <a:solidFill>
            <a:srgbClr val="ABA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32F5B3C-C014-99DD-0186-310F4CD80FD0}"/>
              </a:ext>
            </a:extLst>
          </p:cNvPr>
          <p:cNvSpPr/>
          <p:nvPr/>
        </p:nvSpPr>
        <p:spPr>
          <a:xfrm>
            <a:off x="6298737" y="2927803"/>
            <a:ext cx="2033587" cy="621506"/>
          </a:xfrm>
          <a:prstGeom prst="rect">
            <a:avLst/>
          </a:prstGeom>
          <a:solidFill>
            <a:srgbClr val="9EF3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LOAD GAME</a:t>
            </a:r>
            <a:endParaRPr lang="es-CO" sz="32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86C5311-8B6C-A8C1-07C2-E99031F469BF}"/>
              </a:ext>
            </a:extLst>
          </p:cNvPr>
          <p:cNvSpPr/>
          <p:nvPr/>
        </p:nvSpPr>
        <p:spPr>
          <a:xfrm>
            <a:off x="3464910" y="2927803"/>
            <a:ext cx="2033587" cy="621506"/>
          </a:xfrm>
          <a:prstGeom prst="rect">
            <a:avLst/>
          </a:prstGeom>
          <a:solidFill>
            <a:srgbClr val="9EF3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SETTINGS</a:t>
            </a:r>
            <a:endParaRPr lang="es-CO" sz="32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59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54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70A5D-333C-7703-3B9B-E87D7168C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7482E8A-3B03-1402-7493-CF2352EF54FA}"/>
              </a:ext>
            </a:extLst>
          </p:cNvPr>
          <p:cNvSpPr txBox="1"/>
          <p:nvPr/>
        </p:nvSpPr>
        <p:spPr>
          <a:xfrm>
            <a:off x="1406769" y="4440561"/>
            <a:ext cx="32074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dirty="0">
                <a:ln>
                  <a:solidFill>
                    <a:schemeClr val="tx1"/>
                  </a:solidFill>
                </a:ln>
                <a:solidFill>
                  <a:schemeClr val="bg2"/>
                </a:solidFill>
                <a:latin typeface="Impact" panose="020B0806030902050204" pitchFamily="34" charset="0"/>
              </a:rPr>
              <a:t>BACK TO MENU</a:t>
            </a:r>
            <a:endParaRPr lang="es-CO" sz="6600" dirty="0">
              <a:ln>
                <a:solidFill>
                  <a:schemeClr val="tx1"/>
                </a:solidFill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CECADF2-3C29-B0DD-8EDF-40F049177140}"/>
              </a:ext>
            </a:extLst>
          </p:cNvPr>
          <p:cNvSpPr txBox="1"/>
          <p:nvPr/>
        </p:nvSpPr>
        <p:spPr>
          <a:xfrm>
            <a:off x="0" y="0"/>
            <a:ext cx="12192000" cy="186204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11500" dirty="0" err="1">
                <a:ln w="38100">
                  <a:solidFill>
                    <a:schemeClr val="tx1"/>
                  </a:solidFill>
                </a:ln>
                <a:gradFill flip="none" rotWithShape="1">
                  <a:gsLst>
                    <a:gs pos="79830">
                      <a:srgbClr val="443A96"/>
                    </a:gs>
                    <a:gs pos="0">
                      <a:srgbClr val="02012A"/>
                    </a:gs>
                    <a:gs pos="44935">
                      <a:srgbClr val="1B128A"/>
                    </a:gs>
                    <a:gs pos="95000">
                      <a:srgbClr val="9F9BD7"/>
                    </a:gs>
                  </a:gsLst>
                  <a:lin ang="16200000" scaled="1"/>
                  <a:tileRect/>
                </a:gradFill>
                <a:latin typeface="Impact" panose="020B0806030902050204" pitchFamily="34" charset="0"/>
              </a:rPr>
              <a:t>Se</a:t>
            </a:r>
            <a:r>
              <a:rPr lang="es-CO" sz="11500" dirty="0" err="1">
                <a:ln w="38100">
                  <a:solidFill>
                    <a:schemeClr val="tx1"/>
                  </a:solidFill>
                </a:ln>
                <a:gradFill>
                  <a:gsLst>
                    <a:gs pos="79830">
                      <a:srgbClr val="C99398"/>
                    </a:gs>
                    <a:gs pos="0">
                      <a:srgbClr val="2F0A0B"/>
                    </a:gs>
                    <a:gs pos="44935">
                      <a:srgbClr val="820003"/>
                    </a:gs>
                    <a:gs pos="95000">
                      <a:srgbClr val="C99398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tti</a:t>
            </a:r>
            <a:r>
              <a:rPr lang="es-CO" sz="11500" dirty="0" err="1">
                <a:ln w="38100">
                  <a:solidFill>
                    <a:schemeClr val="tx1"/>
                  </a:solidFill>
                </a:ln>
                <a:gradFill>
                  <a:gsLst>
                    <a:gs pos="0">
                      <a:srgbClr val="144D12"/>
                    </a:gs>
                    <a:gs pos="44935">
                      <a:srgbClr val="0C580A"/>
                    </a:gs>
                    <a:gs pos="95000">
                      <a:srgbClr val="99CB9B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ngs</a:t>
            </a:r>
            <a:endParaRPr lang="es-CO" sz="11500" dirty="0">
              <a:ln w="38100">
                <a:solidFill>
                  <a:schemeClr val="tx1"/>
                </a:solidFill>
              </a:ln>
              <a:gradFill>
                <a:gsLst>
                  <a:gs pos="0">
                    <a:srgbClr val="144D12"/>
                  </a:gs>
                  <a:gs pos="44935">
                    <a:srgbClr val="0C580A"/>
                  </a:gs>
                  <a:gs pos="95000">
                    <a:srgbClr val="99CB9B"/>
                  </a:gs>
                </a:gsLst>
                <a:lin ang="162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04F5587-73E2-0EC3-22E2-4F3FFC23F194}"/>
              </a:ext>
            </a:extLst>
          </p:cNvPr>
          <p:cNvSpPr txBox="1"/>
          <p:nvPr/>
        </p:nvSpPr>
        <p:spPr>
          <a:xfrm>
            <a:off x="7258929" y="4440561"/>
            <a:ext cx="32074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dirty="0">
                <a:ln>
                  <a:solidFill>
                    <a:schemeClr val="tx1"/>
                  </a:solidFill>
                </a:ln>
                <a:solidFill>
                  <a:schemeClr val="bg2"/>
                </a:solidFill>
                <a:latin typeface="Impact" panose="020B0806030902050204" pitchFamily="34" charset="0"/>
              </a:rPr>
              <a:t>SET KEY BINDS</a:t>
            </a:r>
            <a:endParaRPr lang="es-CO" sz="6600" dirty="0">
              <a:ln>
                <a:solidFill>
                  <a:schemeClr val="tx1"/>
                </a:solidFill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19301AA-5264-FEF4-74E4-5FD2AC88E451}"/>
              </a:ext>
            </a:extLst>
          </p:cNvPr>
          <p:cNvSpPr txBox="1"/>
          <p:nvPr/>
        </p:nvSpPr>
        <p:spPr>
          <a:xfrm>
            <a:off x="-379828" y="3131001"/>
            <a:ext cx="3207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SFX</a:t>
            </a:r>
            <a:endParaRPr lang="es-CO" sz="66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E9838CF-969E-E59A-4BF7-FDBD051256BE}"/>
              </a:ext>
            </a:extLst>
          </p:cNvPr>
          <p:cNvSpPr txBox="1"/>
          <p:nvPr/>
        </p:nvSpPr>
        <p:spPr>
          <a:xfrm>
            <a:off x="-379828" y="1821441"/>
            <a:ext cx="3207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MUSIC</a:t>
            </a:r>
            <a:endParaRPr lang="es-CO" sz="66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50679273-D1BD-F76B-8A97-B0EB23EA9855}"/>
              </a:ext>
            </a:extLst>
          </p:cNvPr>
          <p:cNvGrpSpPr/>
          <p:nvPr/>
        </p:nvGrpSpPr>
        <p:grpSpPr>
          <a:xfrm>
            <a:off x="3066757" y="2102298"/>
            <a:ext cx="7188591" cy="478301"/>
            <a:chOff x="3066757" y="2102298"/>
            <a:chExt cx="7188591" cy="478301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FEF4B970-8AFE-9021-6322-640E9772E39C}"/>
                </a:ext>
              </a:extLst>
            </p:cNvPr>
            <p:cNvSpPr/>
            <p:nvPr/>
          </p:nvSpPr>
          <p:spPr>
            <a:xfrm>
              <a:off x="3066757" y="2102298"/>
              <a:ext cx="478301" cy="478301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9E7EEEEE-0FCB-B832-B7E1-A7F8A2D46308}"/>
                </a:ext>
              </a:extLst>
            </p:cNvPr>
            <p:cNvCxnSpPr>
              <a:stCxn id="10" idx="6"/>
            </p:cNvCxnSpPr>
            <p:nvPr/>
          </p:nvCxnSpPr>
          <p:spPr>
            <a:xfrm flipV="1">
              <a:off x="3545058" y="2341448"/>
              <a:ext cx="6710290" cy="1"/>
            </a:xfrm>
            <a:prstGeom prst="line">
              <a:avLst/>
            </a:prstGeom>
            <a:ln w="5715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AB09D2D-DCDD-8522-8B19-CCA421AFD7E0}"/>
              </a:ext>
            </a:extLst>
          </p:cNvPr>
          <p:cNvGrpSpPr/>
          <p:nvPr/>
        </p:nvGrpSpPr>
        <p:grpSpPr>
          <a:xfrm>
            <a:off x="3066757" y="3445849"/>
            <a:ext cx="7188591" cy="478301"/>
            <a:chOff x="3066757" y="2102298"/>
            <a:chExt cx="7188591" cy="478301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15979042-C446-65E7-D7B9-1288FA6846D8}"/>
                </a:ext>
              </a:extLst>
            </p:cNvPr>
            <p:cNvSpPr/>
            <p:nvPr/>
          </p:nvSpPr>
          <p:spPr>
            <a:xfrm>
              <a:off x="3066757" y="2102298"/>
              <a:ext cx="478301" cy="478301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3E263A36-2CF0-E95D-EF16-ED3B0FC0F194}"/>
                </a:ext>
              </a:extLst>
            </p:cNvPr>
            <p:cNvCxnSpPr>
              <a:stCxn id="16" idx="6"/>
            </p:cNvCxnSpPr>
            <p:nvPr/>
          </p:nvCxnSpPr>
          <p:spPr>
            <a:xfrm flipV="1">
              <a:off x="3545058" y="2341448"/>
              <a:ext cx="6710290" cy="1"/>
            </a:xfrm>
            <a:prstGeom prst="line">
              <a:avLst/>
            </a:prstGeom>
            <a:ln w="5715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615450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6E555-2AA8-9FCC-5587-561DE0BAE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A23C550-1DF1-A403-8C8C-0546B634AE42}"/>
              </a:ext>
            </a:extLst>
          </p:cNvPr>
          <p:cNvSpPr txBox="1"/>
          <p:nvPr/>
        </p:nvSpPr>
        <p:spPr>
          <a:xfrm>
            <a:off x="0" y="0"/>
            <a:ext cx="12192000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8800" dirty="0">
                <a:ln w="38100">
                  <a:solidFill>
                    <a:schemeClr val="tx1"/>
                  </a:solidFill>
                </a:ln>
                <a:gradFill flip="none" rotWithShape="1">
                  <a:gsLst>
                    <a:gs pos="79830">
                      <a:srgbClr val="443A96"/>
                    </a:gs>
                    <a:gs pos="0">
                      <a:srgbClr val="02012A"/>
                    </a:gs>
                    <a:gs pos="44935">
                      <a:srgbClr val="1B128A"/>
                    </a:gs>
                    <a:gs pos="95000">
                      <a:srgbClr val="9F9BD7"/>
                    </a:gs>
                  </a:gsLst>
                  <a:lin ang="16200000" scaled="1"/>
                  <a:tileRect/>
                </a:gradFill>
                <a:latin typeface="Impact" panose="020B0806030902050204" pitchFamily="34" charset="0"/>
              </a:rPr>
              <a:t>Ke</a:t>
            </a:r>
            <a:r>
              <a:rPr lang="es-CO" sz="8800" dirty="0">
                <a:ln w="38100">
                  <a:solidFill>
                    <a:schemeClr val="tx1"/>
                  </a:solidFill>
                </a:ln>
                <a:gradFill>
                  <a:gsLst>
                    <a:gs pos="79830">
                      <a:srgbClr val="C99398"/>
                    </a:gs>
                    <a:gs pos="0">
                      <a:srgbClr val="2F0A0B"/>
                    </a:gs>
                    <a:gs pos="44935">
                      <a:srgbClr val="820003"/>
                    </a:gs>
                    <a:gs pos="95000">
                      <a:srgbClr val="C99398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y </a:t>
            </a:r>
            <a:r>
              <a:rPr lang="es-CO" sz="8800" dirty="0" err="1">
                <a:ln w="38100">
                  <a:solidFill>
                    <a:schemeClr val="tx1"/>
                  </a:solidFill>
                </a:ln>
                <a:gradFill>
                  <a:gsLst>
                    <a:gs pos="79830">
                      <a:srgbClr val="C99398"/>
                    </a:gs>
                    <a:gs pos="0">
                      <a:srgbClr val="2F0A0B"/>
                    </a:gs>
                    <a:gs pos="44935">
                      <a:srgbClr val="820003"/>
                    </a:gs>
                    <a:gs pos="95000">
                      <a:srgbClr val="C99398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Bi</a:t>
            </a:r>
            <a:r>
              <a:rPr lang="es-CO" sz="8800" dirty="0" err="1">
                <a:ln w="38100">
                  <a:solidFill>
                    <a:schemeClr val="tx1"/>
                  </a:solidFill>
                </a:ln>
                <a:gradFill>
                  <a:gsLst>
                    <a:gs pos="0">
                      <a:srgbClr val="144D12"/>
                    </a:gs>
                    <a:gs pos="44935">
                      <a:srgbClr val="0C580A"/>
                    </a:gs>
                    <a:gs pos="95000">
                      <a:srgbClr val="99CB9B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nds</a:t>
            </a:r>
            <a:endParaRPr lang="es-CO" sz="8800" dirty="0">
              <a:ln w="38100">
                <a:solidFill>
                  <a:schemeClr val="tx1"/>
                </a:solidFill>
              </a:ln>
              <a:gradFill>
                <a:gsLst>
                  <a:gs pos="0">
                    <a:srgbClr val="144D12"/>
                  </a:gs>
                  <a:gs pos="44935">
                    <a:srgbClr val="0C580A"/>
                  </a:gs>
                  <a:gs pos="95000">
                    <a:srgbClr val="99CB9B"/>
                  </a:gs>
                </a:gsLst>
                <a:lin ang="162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3F16620-9A42-B155-FEEF-BF107DD91544}"/>
              </a:ext>
            </a:extLst>
          </p:cNvPr>
          <p:cNvSpPr txBox="1"/>
          <p:nvPr/>
        </p:nvSpPr>
        <p:spPr>
          <a:xfrm>
            <a:off x="5393202" y="-21360"/>
            <a:ext cx="67987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dirty="0">
                <a:ln>
                  <a:solidFill>
                    <a:schemeClr val="tx1"/>
                  </a:solidFill>
                </a:ln>
                <a:solidFill>
                  <a:schemeClr val="bg2"/>
                </a:solidFill>
                <a:latin typeface="Impact" panose="020B0806030902050204" pitchFamily="34" charset="0"/>
              </a:rPr>
              <a:t>BACK TO SETTINGS</a:t>
            </a:r>
            <a:endParaRPr lang="es-CO" sz="6600" dirty="0">
              <a:ln>
                <a:solidFill>
                  <a:schemeClr val="tx1"/>
                </a:solidFill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0DA0EB9-77AF-2F9F-062B-DA9B73514BF4}"/>
              </a:ext>
            </a:extLst>
          </p:cNvPr>
          <p:cNvSpPr txBox="1"/>
          <p:nvPr/>
        </p:nvSpPr>
        <p:spPr>
          <a:xfrm>
            <a:off x="704118" y="2951448"/>
            <a:ext cx="3207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DOWN</a:t>
            </a:r>
            <a:endParaRPr lang="es-CO" sz="66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7002F30-B28E-367C-BB20-058DBA9B5BF6}"/>
              </a:ext>
            </a:extLst>
          </p:cNvPr>
          <p:cNvSpPr txBox="1"/>
          <p:nvPr/>
        </p:nvSpPr>
        <p:spPr>
          <a:xfrm>
            <a:off x="704118" y="2039276"/>
            <a:ext cx="3207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UP</a:t>
            </a:r>
            <a:endParaRPr lang="es-CO" sz="66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0B3FD47-3200-3B98-33CA-42B0642CA7BC}"/>
              </a:ext>
            </a:extLst>
          </p:cNvPr>
          <p:cNvSpPr/>
          <p:nvPr/>
        </p:nvSpPr>
        <p:spPr>
          <a:xfrm>
            <a:off x="3911552" y="2368998"/>
            <a:ext cx="1790700" cy="679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B02DE0E-226D-A95B-EEE6-826C2616A8E9}"/>
              </a:ext>
            </a:extLst>
          </p:cNvPr>
          <p:cNvSpPr txBox="1"/>
          <p:nvPr/>
        </p:nvSpPr>
        <p:spPr>
          <a:xfrm>
            <a:off x="3290668" y="1285224"/>
            <a:ext cx="3207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PLAYER 1</a:t>
            </a:r>
            <a:endParaRPr lang="es-CO" sz="66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2B175C3-02A8-96FC-6187-F0F129089B7F}"/>
              </a:ext>
            </a:extLst>
          </p:cNvPr>
          <p:cNvSpPr txBox="1"/>
          <p:nvPr/>
        </p:nvSpPr>
        <p:spPr>
          <a:xfrm>
            <a:off x="7200900" y="1285224"/>
            <a:ext cx="3207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PLAYER 2</a:t>
            </a:r>
            <a:endParaRPr lang="es-CO" sz="66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7FE8D26-7487-95C2-FAD2-E2FBB7827074}"/>
              </a:ext>
            </a:extLst>
          </p:cNvPr>
          <p:cNvSpPr txBox="1"/>
          <p:nvPr/>
        </p:nvSpPr>
        <p:spPr>
          <a:xfrm>
            <a:off x="704118" y="3879271"/>
            <a:ext cx="3207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LEFT</a:t>
            </a:r>
            <a:endParaRPr lang="es-CO" sz="66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AD0EFA8-ED9A-38FF-4C1B-665958A449AC}"/>
              </a:ext>
            </a:extLst>
          </p:cNvPr>
          <p:cNvSpPr txBox="1"/>
          <p:nvPr/>
        </p:nvSpPr>
        <p:spPr>
          <a:xfrm>
            <a:off x="704118" y="4914278"/>
            <a:ext cx="3207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RIGTH</a:t>
            </a:r>
            <a:endParaRPr lang="es-CO" sz="66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03F1D0F-6DC7-7BE8-1E2F-B7BF915B9F03}"/>
              </a:ext>
            </a:extLst>
          </p:cNvPr>
          <p:cNvSpPr/>
          <p:nvPr/>
        </p:nvSpPr>
        <p:spPr>
          <a:xfrm>
            <a:off x="3911552" y="3201023"/>
            <a:ext cx="1790700" cy="679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625017D-CAF3-F3EF-E42F-9DDDC646BB2A}"/>
              </a:ext>
            </a:extLst>
          </p:cNvPr>
          <p:cNvSpPr/>
          <p:nvPr/>
        </p:nvSpPr>
        <p:spPr>
          <a:xfrm>
            <a:off x="3911552" y="4131774"/>
            <a:ext cx="1790700" cy="679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72B6BA8-EE33-FE9F-91C3-D69424189DCF}"/>
              </a:ext>
            </a:extLst>
          </p:cNvPr>
          <p:cNvSpPr/>
          <p:nvPr/>
        </p:nvSpPr>
        <p:spPr>
          <a:xfrm>
            <a:off x="3911552" y="5088693"/>
            <a:ext cx="1790700" cy="679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C1D235A-5A0D-6CC3-EF3C-C837F177A577}"/>
              </a:ext>
            </a:extLst>
          </p:cNvPr>
          <p:cNvSpPr/>
          <p:nvPr/>
        </p:nvSpPr>
        <p:spPr>
          <a:xfrm>
            <a:off x="7788520" y="2368998"/>
            <a:ext cx="1790700" cy="679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CE485BB-2B2E-6219-7F70-0BE804BC8C89}"/>
              </a:ext>
            </a:extLst>
          </p:cNvPr>
          <p:cNvSpPr/>
          <p:nvPr/>
        </p:nvSpPr>
        <p:spPr>
          <a:xfrm>
            <a:off x="7788520" y="3201023"/>
            <a:ext cx="1790700" cy="679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6E09F6B-32FC-4BBD-FEFB-95CA67815271}"/>
              </a:ext>
            </a:extLst>
          </p:cNvPr>
          <p:cNvSpPr/>
          <p:nvPr/>
        </p:nvSpPr>
        <p:spPr>
          <a:xfrm>
            <a:off x="7788520" y="4131774"/>
            <a:ext cx="1790700" cy="679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C714FEC-2730-ED20-BB39-18D5BF016EA1}"/>
              </a:ext>
            </a:extLst>
          </p:cNvPr>
          <p:cNvSpPr/>
          <p:nvPr/>
        </p:nvSpPr>
        <p:spPr>
          <a:xfrm>
            <a:off x="7788520" y="5088693"/>
            <a:ext cx="1790700" cy="679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8ABCA74-0C06-D301-E3E0-9964E0DD4C71}"/>
              </a:ext>
            </a:extLst>
          </p:cNvPr>
          <p:cNvSpPr txBox="1"/>
          <p:nvPr/>
        </p:nvSpPr>
        <p:spPr>
          <a:xfrm>
            <a:off x="704118" y="5842101"/>
            <a:ext cx="32074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PAUSE</a:t>
            </a:r>
            <a:endParaRPr lang="es-CO" sz="66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E649A57-E1BF-ABCF-21A9-E56C70C7E799}"/>
              </a:ext>
            </a:extLst>
          </p:cNvPr>
          <p:cNvSpPr/>
          <p:nvPr/>
        </p:nvSpPr>
        <p:spPr>
          <a:xfrm>
            <a:off x="3911552" y="6045612"/>
            <a:ext cx="1790700" cy="679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0F1B017-6CD2-A470-3566-2D3099D35852}"/>
              </a:ext>
            </a:extLst>
          </p:cNvPr>
          <p:cNvSpPr/>
          <p:nvPr/>
        </p:nvSpPr>
        <p:spPr>
          <a:xfrm>
            <a:off x="7788520" y="6045612"/>
            <a:ext cx="1790700" cy="679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8947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AC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300997-446E-EF41-1316-E4CB5A765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A04C22D5-84E8-4E58-75D8-ACE5EEB620A2}"/>
              </a:ext>
            </a:extLst>
          </p:cNvPr>
          <p:cNvSpPr/>
          <p:nvPr/>
        </p:nvSpPr>
        <p:spPr>
          <a:xfrm>
            <a:off x="0" y="5924550"/>
            <a:ext cx="12192000" cy="9334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29A6CE0-7FB5-8BD2-85C2-E60E8F70499B}"/>
              </a:ext>
            </a:extLst>
          </p:cNvPr>
          <p:cNvSpPr/>
          <p:nvPr/>
        </p:nvSpPr>
        <p:spPr>
          <a:xfrm>
            <a:off x="0" y="0"/>
            <a:ext cx="12192000" cy="9334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F6CBD1-74C9-164D-F59A-F5374080381E}"/>
              </a:ext>
            </a:extLst>
          </p:cNvPr>
          <p:cNvSpPr txBox="1"/>
          <p:nvPr/>
        </p:nvSpPr>
        <p:spPr>
          <a:xfrm>
            <a:off x="126609" y="10120"/>
            <a:ext cx="1730326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5400" dirty="0">
                <a:ln w="38100">
                  <a:noFill/>
                </a:ln>
                <a:solidFill>
                  <a:schemeClr val="bg2"/>
                </a:solidFill>
                <a:latin typeface="Impact" panose="020B0806030902050204" pitchFamily="34" charset="0"/>
              </a:rPr>
              <a:t>MENU</a:t>
            </a:r>
            <a:endParaRPr lang="es-CO" sz="5400" dirty="0">
              <a:ln w="38100">
                <a:noFill/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C8FFB64-F46E-1507-D7D7-2F7B7ED33FBC}"/>
              </a:ext>
            </a:extLst>
          </p:cNvPr>
          <p:cNvSpPr txBox="1"/>
          <p:nvPr/>
        </p:nvSpPr>
        <p:spPr>
          <a:xfrm>
            <a:off x="2363372" y="10120"/>
            <a:ext cx="268693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5400" dirty="0">
                <a:ln w="38100">
                  <a:noFill/>
                </a:ln>
                <a:solidFill>
                  <a:schemeClr val="bg2"/>
                </a:solidFill>
                <a:latin typeface="Impact" panose="020B0806030902050204" pitchFamily="34" charset="0"/>
              </a:rPr>
              <a:t>PAUSE</a:t>
            </a:r>
            <a:endParaRPr lang="es-CO" sz="5400" dirty="0">
              <a:ln w="38100">
                <a:noFill/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78468F1-A964-65D2-D2A1-2D3273C358BC}"/>
              </a:ext>
            </a:extLst>
          </p:cNvPr>
          <p:cNvSpPr txBox="1"/>
          <p:nvPr/>
        </p:nvSpPr>
        <p:spPr>
          <a:xfrm>
            <a:off x="126609" y="5906535"/>
            <a:ext cx="268693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5400" dirty="0">
                <a:ln w="38100">
                  <a:noFill/>
                </a:ln>
                <a:solidFill>
                  <a:schemeClr val="bg2"/>
                </a:solidFill>
                <a:latin typeface="Impact" panose="020B0806030902050204" pitchFamily="34" charset="0"/>
              </a:rPr>
              <a:t>LIFES </a:t>
            </a:r>
            <a:endParaRPr lang="es-CO" sz="5400" dirty="0">
              <a:ln w="38100">
                <a:noFill/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895115A-DEED-6A33-F704-2876BC7719CB}"/>
              </a:ext>
            </a:extLst>
          </p:cNvPr>
          <p:cNvSpPr txBox="1"/>
          <p:nvPr/>
        </p:nvSpPr>
        <p:spPr>
          <a:xfrm>
            <a:off x="9242475" y="5929610"/>
            <a:ext cx="268693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5400" dirty="0">
                <a:ln w="38100">
                  <a:noFill/>
                </a:ln>
                <a:solidFill>
                  <a:schemeClr val="bg2"/>
                </a:solidFill>
                <a:latin typeface="Impact" panose="020B0806030902050204" pitchFamily="34" charset="0"/>
              </a:rPr>
              <a:t>FAILS</a:t>
            </a:r>
            <a:endParaRPr lang="es-CO" sz="5400" dirty="0">
              <a:ln w="38100">
                <a:noFill/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77F9D72B-2DD0-AEE3-861C-0531383A6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8510"/>
            <a:ext cx="10560441" cy="4686677"/>
          </a:xfrm>
          <a:prstGeom prst="rect">
            <a:avLst/>
          </a:prstGeom>
        </p:spPr>
      </p:pic>
      <p:pic>
        <p:nvPicPr>
          <p:cNvPr id="33" name="Gráfico 32" descr="Sonido Medio con relleno sólido">
            <a:extLst>
              <a:ext uri="{FF2B5EF4-FFF2-40B4-BE49-F238E27FC236}">
                <a16:creationId xmlns:a16="http://schemas.microsoft.com/office/drawing/2014/main" id="{0BA6AF66-44B1-F929-3E39-5C85F0A44F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2156" y="-10467"/>
            <a:ext cx="914400" cy="914400"/>
          </a:xfrm>
          <a:prstGeom prst="rect">
            <a:avLst/>
          </a:prstGeom>
        </p:spPr>
      </p:pic>
      <p:pic>
        <p:nvPicPr>
          <p:cNvPr id="35" name="Gráfico 34" descr="Silenciar altavoz con relleno sólido">
            <a:extLst>
              <a:ext uri="{FF2B5EF4-FFF2-40B4-BE49-F238E27FC236}">
                <a16:creationId xmlns:a16="http://schemas.microsoft.com/office/drawing/2014/main" id="{E1C81476-928C-195E-10A5-78B2BEE55B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50256" y="-1043536"/>
            <a:ext cx="914400" cy="9144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EB5DA79-E114-0066-9F47-A077D5DD68F6}"/>
              </a:ext>
            </a:extLst>
          </p:cNvPr>
          <p:cNvSpPr txBox="1"/>
          <p:nvPr/>
        </p:nvSpPr>
        <p:spPr>
          <a:xfrm>
            <a:off x="7277686" y="28135"/>
            <a:ext cx="268693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5400" dirty="0">
                <a:ln w="38100">
                  <a:noFill/>
                </a:ln>
                <a:solidFill>
                  <a:schemeClr val="bg2"/>
                </a:solidFill>
                <a:latin typeface="Impact" panose="020B0806030902050204" pitchFamily="34" charset="0"/>
              </a:rPr>
              <a:t>TIME</a:t>
            </a:r>
            <a:endParaRPr lang="es-CO" sz="5400" dirty="0">
              <a:ln w="38100">
                <a:noFill/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B2600A9-DFA2-6A3C-E60E-59FED93AA5E4}"/>
              </a:ext>
            </a:extLst>
          </p:cNvPr>
          <p:cNvSpPr txBox="1"/>
          <p:nvPr/>
        </p:nvSpPr>
        <p:spPr>
          <a:xfrm>
            <a:off x="10266924" y="28135"/>
            <a:ext cx="167927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5400" dirty="0">
                <a:ln w="38100">
                  <a:noFill/>
                </a:ln>
                <a:solidFill>
                  <a:schemeClr val="bg2"/>
                </a:solidFill>
                <a:latin typeface="Impact" panose="020B0806030902050204" pitchFamily="34" charset="0"/>
              </a:rPr>
              <a:t>SAVE</a:t>
            </a:r>
            <a:endParaRPr lang="es-CO" sz="5400" dirty="0">
              <a:ln w="38100">
                <a:noFill/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394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AC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864469-602F-E6BE-DDA2-1326A2E46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3283CA5-7207-9530-DA18-27493CFE1767}"/>
              </a:ext>
            </a:extLst>
          </p:cNvPr>
          <p:cNvSpPr/>
          <p:nvPr/>
        </p:nvSpPr>
        <p:spPr>
          <a:xfrm>
            <a:off x="0" y="5924550"/>
            <a:ext cx="12192000" cy="9334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16DB04A-E58E-D250-8ECB-1A3CBEBCF211}"/>
              </a:ext>
            </a:extLst>
          </p:cNvPr>
          <p:cNvSpPr/>
          <p:nvPr/>
        </p:nvSpPr>
        <p:spPr>
          <a:xfrm>
            <a:off x="0" y="0"/>
            <a:ext cx="12192000" cy="9334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42418E0-0FF3-7457-A7FC-F1DDD4C9A87D}"/>
              </a:ext>
            </a:extLst>
          </p:cNvPr>
          <p:cNvSpPr txBox="1"/>
          <p:nvPr/>
        </p:nvSpPr>
        <p:spPr>
          <a:xfrm>
            <a:off x="126609" y="10120"/>
            <a:ext cx="1730326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5400" dirty="0">
                <a:ln w="38100">
                  <a:noFill/>
                </a:ln>
                <a:solidFill>
                  <a:schemeClr val="bg2"/>
                </a:solidFill>
                <a:latin typeface="Impact" panose="020B0806030902050204" pitchFamily="34" charset="0"/>
              </a:rPr>
              <a:t>MENU</a:t>
            </a:r>
            <a:endParaRPr lang="es-CO" sz="5400" dirty="0">
              <a:ln w="38100">
                <a:noFill/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92F09B-B14D-0D17-1C66-93F48F8C9261}"/>
              </a:ext>
            </a:extLst>
          </p:cNvPr>
          <p:cNvSpPr txBox="1"/>
          <p:nvPr/>
        </p:nvSpPr>
        <p:spPr>
          <a:xfrm>
            <a:off x="2363372" y="10120"/>
            <a:ext cx="268693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5400" dirty="0">
                <a:ln w="38100">
                  <a:noFill/>
                </a:ln>
                <a:solidFill>
                  <a:schemeClr val="bg2"/>
                </a:solidFill>
                <a:latin typeface="Impact" panose="020B0806030902050204" pitchFamily="34" charset="0"/>
              </a:rPr>
              <a:t>PAUSE</a:t>
            </a:r>
            <a:endParaRPr lang="es-CO" sz="5400" dirty="0">
              <a:ln w="38100">
                <a:noFill/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0B7E833-CB40-814F-239C-B6C08555F6D2}"/>
              </a:ext>
            </a:extLst>
          </p:cNvPr>
          <p:cNvSpPr txBox="1"/>
          <p:nvPr/>
        </p:nvSpPr>
        <p:spPr>
          <a:xfrm>
            <a:off x="7277686" y="28135"/>
            <a:ext cx="268693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5400" dirty="0">
                <a:ln w="38100">
                  <a:noFill/>
                </a:ln>
                <a:solidFill>
                  <a:schemeClr val="bg2"/>
                </a:solidFill>
                <a:latin typeface="Impact" panose="020B0806030902050204" pitchFamily="34" charset="0"/>
              </a:rPr>
              <a:t>TIME</a:t>
            </a:r>
            <a:endParaRPr lang="es-CO" sz="5400" dirty="0">
              <a:ln w="38100">
                <a:noFill/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7FEDF37-3BDF-4786-90EF-8FB1CC1F695A}"/>
              </a:ext>
            </a:extLst>
          </p:cNvPr>
          <p:cNvSpPr txBox="1"/>
          <p:nvPr/>
        </p:nvSpPr>
        <p:spPr>
          <a:xfrm>
            <a:off x="126609" y="5906535"/>
            <a:ext cx="268693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5400" dirty="0">
                <a:ln w="38100">
                  <a:noFill/>
                </a:ln>
                <a:solidFill>
                  <a:schemeClr val="bg2"/>
                </a:solidFill>
                <a:latin typeface="Impact" panose="020B0806030902050204" pitchFamily="34" charset="0"/>
              </a:rPr>
              <a:t>LIFES 1°</a:t>
            </a:r>
            <a:endParaRPr lang="es-CO" sz="5400" dirty="0">
              <a:ln w="38100">
                <a:noFill/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64DC130-A80D-4348-F072-F57409770011}"/>
              </a:ext>
            </a:extLst>
          </p:cNvPr>
          <p:cNvSpPr txBox="1"/>
          <p:nvPr/>
        </p:nvSpPr>
        <p:spPr>
          <a:xfrm>
            <a:off x="3241725" y="5906535"/>
            <a:ext cx="268693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5400" dirty="0">
                <a:ln w="38100">
                  <a:noFill/>
                </a:ln>
                <a:solidFill>
                  <a:schemeClr val="bg2"/>
                </a:solidFill>
                <a:latin typeface="Impact" panose="020B0806030902050204" pitchFamily="34" charset="0"/>
              </a:rPr>
              <a:t>FAILS 1°</a:t>
            </a:r>
            <a:endParaRPr lang="es-CO" sz="5400" dirty="0">
              <a:ln w="38100">
                <a:noFill/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94C5C15-FBD4-3045-7380-B609B86D14D1}"/>
              </a:ext>
            </a:extLst>
          </p:cNvPr>
          <p:cNvSpPr txBox="1"/>
          <p:nvPr/>
        </p:nvSpPr>
        <p:spPr>
          <a:xfrm>
            <a:off x="6263347" y="5906535"/>
            <a:ext cx="268693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5400" dirty="0">
                <a:ln w="38100">
                  <a:noFill/>
                </a:ln>
                <a:solidFill>
                  <a:schemeClr val="bg2"/>
                </a:solidFill>
                <a:latin typeface="Impact" panose="020B0806030902050204" pitchFamily="34" charset="0"/>
              </a:rPr>
              <a:t>LIFES 2° </a:t>
            </a:r>
            <a:endParaRPr lang="es-CO" sz="5400" dirty="0">
              <a:ln w="38100">
                <a:noFill/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2970ACC-7DF7-CC81-8C8F-2F935FB0774E}"/>
              </a:ext>
            </a:extLst>
          </p:cNvPr>
          <p:cNvSpPr txBox="1"/>
          <p:nvPr/>
        </p:nvSpPr>
        <p:spPr>
          <a:xfrm>
            <a:off x="9378463" y="5906535"/>
            <a:ext cx="268693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5400" dirty="0">
                <a:ln w="38100">
                  <a:noFill/>
                </a:ln>
                <a:solidFill>
                  <a:schemeClr val="bg2"/>
                </a:solidFill>
                <a:latin typeface="Impact" panose="020B0806030902050204" pitchFamily="34" charset="0"/>
              </a:rPr>
              <a:t>FAILS 2°</a:t>
            </a:r>
            <a:endParaRPr lang="es-CO" sz="5400" dirty="0">
              <a:ln w="38100">
                <a:noFill/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pic>
        <p:nvPicPr>
          <p:cNvPr id="9" name="Gráfico 8" descr="Sonido Medio con relleno sólido">
            <a:extLst>
              <a:ext uri="{FF2B5EF4-FFF2-40B4-BE49-F238E27FC236}">
                <a16:creationId xmlns:a16="http://schemas.microsoft.com/office/drawing/2014/main" id="{B085A82D-0C3A-1985-FFE1-AE780CC8EC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12156" y="-10467"/>
            <a:ext cx="914400" cy="914400"/>
          </a:xfrm>
          <a:prstGeom prst="rect">
            <a:avLst/>
          </a:prstGeom>
        </p:spPr>
      </p:pic>
      <p:pic>
        <p:nvPicPr>
          <p:cNvPr id="12" name="Gráfico 11" descr="Silenciar altavoz con relleno sólido">
            <a:extLst>
              <a:ext uri="{FF2B5EF4-FFF2-40B4-BE49-F238E27FC236}">
                <a16:creationId xmlns:a16="http://schemas.microsoft.com/office/drawing/2014/main" id="{2A7C61B6-9316-D480-B04A-0188F71F70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0256" y="-1043536"/>
            <a:ext cx="914400" cy="9144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A9BBCCE-79E4-7FA5-34C7-1F4C7CEF0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136" y="979600"/>
            <a:ext cx="10560441" cy="4686677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84676B56-3A28-E8E3-0083-28DFB037E8AB}"/>
              </a:ext>
            </a:extLst>
          </p:cNvPr>
          <p:cNvGrpSpPr/>
          <p:nvPr/>
        </p:nvGrpSpPr>
        <p:grpSpPr>
          <a:xfrm>
            <a:off x="2861316" y="2348047"/>
            <a:ext cx="326781" cy="326781"/>
            <a:chOff x="290285" y="3429000"/>
            <a:chExt cx="2714171" cy="2714171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28E5EDE-069F-4206-5A5F-6D234D5FF5D6}"/>
                </a:ext>
              </a:extLst>
            </p:cNvPr>
            <p:cNvSpPr/>
            <p:nvPr/>
          </p:nvSpPr>
          <p:spPr>
            <a:xfrm>
              <a:off x="290285" y="3429000"/>
              <a:ext cx="2714171" cy="271417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203648B8-41D5-DEC6-9A9D-EDEC2497F628}"/>
                </a:ext>
              </a:extLst>
            </p:cNvPr>
            <p:cNvSpPr/>
            <p:nvPr/>
          </p:nvSpPr>
          <p:spPr>
            <a:xfrm>
              <a:off x="660398" y="3799113"/>
              <a:ext cx="1973943" cy="197394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2EBEC49-9D58-749C-FCD4-0CB75488AB0F}"/>
              </a:ext>
            </a:extLst>
          </p:cNvPr>
          <p:cNvSpPr txBox="1"/>
          <p:nvPr/>
        </p:nvSpPr>
        <p:spPr>
          <a:xfrm>
            <a:off x="10266924" y="28135"/>
            <a:ext cx="167927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5400" dirty="0">
                <a:ln w="38100">
                  <a:noFill/>
                </a:ln>
                <a:solidFill>
                  <a:schemeClr val="bg2"/>
                </a:solidFill>
                <a:latin typeface="Impact" panose="020B0806030902050204" pitchFamily="34" charset="0"/>
              </a:rPr>
              <a:t>SAVE</a:t>
            </a:r>
            <a:endParaRPr lang="es-CO" sz="5400" dirty="0">
              <a:ln w="38100">
                <a:noFill/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315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68206-6322-1A19-DAFA-3FF834913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7E1B384-724F-428E-6EA1-2BEBB2EAD820}"/>
              </a:ext>
            </a:extLst>
          </p:cNvPr>
          <p:cNvSpPr txBox="1"/>
          <p:nvPr/>
        </p:nvSpPr>
        <p:spPr>
          <a:xfrm>
            <a:off x="0" y="0"/>
            <a:ext cx="12192000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8800" dirty="0">
                <a:ln w="38100">
                  <a:solidFill>
                    <a:schemeClr val="tx1"/>
                  </a:solidFill>
                </a:ln>
                <a:gradFill flip="none" rotWithShape="1">
                  <a:gsLst>
                    <a:gs pos="79830">
                      <a:srgbClr val="443A96"/>
                    </a:gs>
                    <a:gs pos="0">
                      <a:srgbClr val="02012A"/>
                    </a:gs>
                    <a:gs pos="44935">
                      <a:srgbClr val="1B128A"/>
                    </a:gs>
                    <a:gs pos="95000">
                      <a:srgbClr val="9F9BD7"/>
                    </a:gs>
                  </a:gsLst>
                  <a:lin ang="16200000" scaled="1"/>
                  <a:tileRect/>
                </a:gradFill>
                <a:latin typeface="Impact" panose="020B0806030902050204" pitchFamily="34" charset="0"/>
              </a:rPr>
              <a:t>Loa</a:t>
            </a:r>
            <a:r>
              <a:rPr lang="es-CO" sz="8800" dirty="0">
                <a:ln w="38100">
                  <a:solidFill>
                    <a:schemeClr val="tx1"/>
                  </a:solidFill>
                </a:ln>
                <a:gradFill>
                  <a:gsLst>
                    <a:gs pos="79830">
                      <a:srgbClr val="C99398"/>
                    </a:gs>
                    <a:gs pos="0">
                      <a:srgbClr val="2F0A0B"/>
                    </a:gs>
                    <a:gs pos="44935">
                      <a:srgbClr val="820003"/>
                    </a:gs>
                    <a:gs pos="95000">
                      <a:srgbClr val="C99398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der Bo</a:t>
            </a:r>
            <a:r>
              <a:rPr lang="es-CO" sz="8800" dirty="0">
                <a:ln w="38100">
                  <a:solidFill>
                    <a:schemeClr val="tx1"/>
                  </a:solidFill>
                </a:ln>
                <a:gradFill>
                  <a:gsLst>
                    <a:gs pos="0">
                      <a:srgbClr val="144D12"/>
                    </a:gs>
                    <a:gs pos="44935">
                      <a:srgbClr val="0C580A"/>
                    </a:gs>
                    <a:gs pos="95000">
                      <a:srgbClr val="99CB9B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ard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E3E2E08-9055-22C9-63F9-7BFFFD524350}"/>
              </a:ext>
            </a:extLst>
          </p:cNvPr>
          <p:cNvSpPr/>
          <p:nvPr/>
        </p:nvSpPr>
        <p:spPr>
          <a:xfrm>
            <a:off x="1428750" y="1419642"/>
            <a:ext cx="8896350" cy="97155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421E11D-FA70-1D2E-7F80-83A07E46C06C}"/>
              </a:ext>
            </a:extLst>
          </p:cNvPr>
          <p:cNvSpPr/>
          <p:nvPr/>
        </p:nvSpPr>
        <p:spPr>
          <a:xfrm>
            <a:off x="1428750" y="2591217"/>
            <a:ext cx="8896350" cy="97155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DE77426-FD6D-690C-97D5-785251409344}"/>
              </a:ext>
            </a:extLst>
          </p:cNvPr>
          <p:cNvSpPr/>
          <p:nvPr/>
        </p:nvSpPr>
        <p:spPr>
          <a:xfrm>
            <a:off x="1428750" y="3762792"/>
            <a:ext cx="8896350" cy="97155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AF1A225-C572-EAC1-0A95-69D4D49ACE9C}"/>
              </a:ext>
            </a:extLst>
          </p:cNvPr>
          <p:cNvSpPr txBox="1"/>
          <p:nvPr/>
        </p:nvSpPr>
        <p:spPr>
          <a:xfrm>
            <a:off x="778119" y="4734342"/>
            <a:ext cx="32074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dirty="0">
                <a:ln>
                  <a:solidFill>
                    <a:schemeClr val="tx1"/>
                  </a:solidFill>
                </a:ln>
                <a:solidFill>
                  <a:schemeClr val="bg2"/>
                </a:solidFill>
                <a:latin typeface="Impact" panose="020B0806030902050204" pitchFamily="34" charset="0"/>
              </a:rPr>
              <a:t>BACK TO MENU</a:t>
            </a:r>
            <a:endParaRPr lang="es-CO" sz="6600" dirty="0">
              <a:ln>
                <a:solidFill>
                  <a:schemeClr val="tx1"/>
                </a:solidFill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8CD43D1-B677-CEB9-9756-C30407E9496B}"/>
              </a:ext>
            </a:extLst>
          </p:cNvPr>
          <p:cNvSpPr txBox="1"/>
          <p:nvPr/>
        </p:nvSpPr>
        <p:spPr>
          <a:xfrm>
            <a:off x="7768297" y="4734342"/>
            <a:ext cx="32074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dirty="0">
                <a:ln>
                  <a:solidFill>
                    <a:schemeClr val="tx1"/>
                  </a:solidFill>
                </a:ln>
                <a:solidFill>
                  <a:schemeClr val="bg2"/>
                </a:solidFill>
                <a:latin typeface="Impact" panose="020B0806030902050204" pitchFamily="34" charset="0"/>
              </a:rPr>
              <a:t>OPEN OTHERS</a:t>
            </a:r>
            <a:endParaRPr lang="es-CO" sz="6600" dirty="0">
              <a:ln>
                <a:solidFill>
                  <a:schemeClr val="tx1"/>
                </a:solidFill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749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845F5-C7AA-363C-1653-5B31511BF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1A7441F-4312-4C2F-CDBE-7C14FF1917FA}"/>
              </a:ext>
            </a:extLst>
          </p:cNvPr>
          <p:cNvSpPr txBox="1"/>
          <p:nvPr/>
        </p:nvSpPr>
        <p:spPr>
          <a:xfrm>
            <a:off x="0" y="0"/>
            <a:ext cx="12192000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AU" sz="8800" noProof="0" dirty="0">
                <a:ln w="38100">
                  <a:solidFill>
                    <a:schemeClr val="tx1"/>
                  </a:solidFill>
                </a:ln>
                <a:gradFill flip="none" rotWithShape="1">
                  <a:gsLst>
                    <a:gs pos="79830">
                      <a:srgbClr val="443A96"/>
                    </a:gs>
                    <a:gs pos="0">
                      <a:srgbClr val="02012A"/>
                    </a:gs>
                    <a:gs pos="44935">
                      <a:srgbClr val="1B128A"/>
                    </a:gs>
                    <a:gs pos="95000">
                      <a:srgbClr val="9F9BD7"/>
                    </a:gs>
                  </a:gsLst>
                  <a:lin ang="16200000" scaled="1"/>
                  <a:tileRect/>
                </a:gradFill>
                <a:latin typeface="Impact" panose="020B0806030902050204" pitchFamily="34" charset="0"/>
              </a:rPr>
              <a:t>Sele</a:t>
            </a:r>
            <a:r>
              <a:rPr lang="en-AU" sz="8800" noProof="0" dirty="0">
                <a:ln w="38100">
                  <a:solidFill>
                    <a:schemeClr val="tx1"/>
                  </a:solidFill>
                </a:ln>
                <a:gradFill>
                  <a:gsLst>
                    <a:gs pos="79830">
                      <a:srgbClr val="C99398"/>
                    </a:gs>
                    <a:gs pos="0">
                      <a:srgbClr val="2F0A0B"/>
                    </a:gs>
                    <a:gs pos="44935">
                      <a:srgbClr val="820003"/>
                    </a:gs>
                    <a:gs pos="95000">
                      <a:srgbClr val="C99398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ct Le</a:t>
            </a:r>
            <a:r>
              <a:rPr lang="en-AU" sz="8800" noProof="0" dirty="0">
                <a:ln w="38100">
                  <a:solidFill>
                    <a:schemeClr val="tx1"/>
                  </a:solidFill>
                </a:ln>
                <a:gradFill>
                  <a:gsLst>
                    <a:gs pos="0">
                      <a:srgbClr val="144D12"/>
                    </a:gs>
                    <a:gs pos="44935">
                      <a:srgbClr val="0C580A"/>
                    </a:gs>
                    <a:gs pos="95000">
                      <a:srgbClr val="99CB9B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vel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F409963-CE4D-CD36-8F3C-8167B86A99B8}"/>
              </a:ext>
            </a:extLst>
          </p:cNvPr>
          <p:cNvSpPr/>
          <p:nvPr/>
        </p:nvSpPr>
        <p:spPr>
          <a:xfrm>
            <a:off x="299198" y="1471046"/>
            <a:ext cx="3581824" cy="288341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447D15A-0358-1C32-F641-2752EA19BB81}"/>
              </a:ext>
            </a:extLst>
          </p:cNvPr>
          <p:cNvSpPr txBox="1"/>
          <p:nvPr/>
        </p:nvSpPr>
        <p:spPr>
          <a:xfrm>
            <a:off x="778119" y="4734342"/>
            <a:ext cx="32074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dirty="0">
                <a:ln>
                  <a:solidFill>
                    <a:schemeClr val="tx1"/>
                  </a:solidFill>
                </a:ln>
                <a:solidFill>
                  <a:schemeClr val="bg2"/>
                </a:solidFill>
                <a:latin typeface="Impact" panose="020B0806030902050204" pitchFamily="34" charset="0"/>
              </a:rPr>
              <a:t>BACK TO MENU</a:t>
            </a:r>
            <a:endParaRPr lang="es-CO" sz="6600" dirty="0">
              <a:ln>
                <a:solidFill>
                  <a:schemeClr val="tx1"/>
                </a:solidFill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B27B524-81A3-7812-A9CE-CADF6EEF0779}"/>
              </a:ext>
            </a:extLst>
          </p:cNvPr>
          <p:cNvSpPr txBox="1"/>
          <p:nvPr/>
        </p:nvSpPr>
        <p:spPr>
          <a:xfrm>
            <a:off x="7768297" y="4734342"/>
            <a:ext cx="32074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dirty="0">
                <a:ln>
                  <a:solidFill>
                    <a:schemeClr val="tx1"/>
                  </a:solidFill>
                </a:ln>
                <a:solidFill>
                  <a:schemeClr val="bg2"/>
                </a:solidFill>
                <a:latin typeface="Impact" panose="020B0806030902050204" pitchFamily="34" charset="0"/>
              </a:rPr>
              <a:t>OPEN OTHERS</a:t>
            </a:r>
            <a:endParaRPr lang="es-CO" sz="6600" dirty="0">
              <a:ln>
                <a:solidFill>
                  <a:schemeClr val="tx1"/>
                </a:solidFill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63017C4-7E31-8AA5-0BC1-001464630031}"/>
              </a:ext>
            </a:extLst>
          </p:cNvPr>
          <p:cNvSpPr/>
          <p:nvPr/>
        </p:nvSpPr>
        <p:spPr>
          <a:xfrm>
            <a:off x="4186473" y="1471046"/>
            <a:ext cx="3581824" cy="288341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A4F5473-AB91-0822-D1D3-6F66AB3FF57C}"/>
              </a:ext>
            </a:extLst>
          </p:cNvPr>
          <p:cNvSpPr/>
          <p:nvPr/>
        </p:nvSpPr>
        <p:spPr>
          <a:xfrm>
            <a:off x="8073748" y="1471046"/>
            <a:ext cx="3581824" cy="288341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1736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5ECCB-589C-DDBD-A781-D0D939C9E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2DBBA70-DBF3-5B3F-2DD4-BC4D695894B8}"/>
              </a:ext>
            </a:extLst>
          </p:cNvPr>
          <p:cNvSpPr txBox="1"/>
          <p:nvPr/>
        </p:nvSpPr>
        <p:spPr>
          <a:xfrm>
            <a:off x="0" y="0"/>
            <a:ext cx="12192000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8800" dirty="0" err="1">
                <a:ln w="38100">
                  <a:solidFill>
                    <a:schemeClr val="tx1"/>
                  </a:solidFill>
                </a:ln>
                <a:gradFill flip="none" rotWithShape="1">
                  <a:gsLst>
                    <a:gs pos="79830">
                      <a:srgbClr val="443A96"/>
                    </a:gs>
                    <a:gs pos="0">
                      <a:srgbClr val="02012A"/>
                    </a:gs>
                    <a:gs pos="44935">
                      <a:srgbClr val="1B128A"/>
                    </a:gs>
                    <a:gs pos="95000">
                      <a:srgbClr val="9F9BD7"/>
                    </a:gs>
                  </a:gsLst>
                  <a:lin ang="16200000" scaled="1"/>
                  <a:tileRect/>
                </a:gradFill>
                <a:latin typeface="Impact" panose="020B0806030902050204" pitchFamily="34" charset="0"/>
              </a:rPr>
              <a:t>Inst</a:t>
            </a:r>
            <a:r>
              <a:rPr lang="es-CO" sz="8800" dirty="0" err="1">
                <a:ln w="38100">
                  <a:solidFill>
                    <a:schemeClr val="tx1"/>
                  </a:solidFill>
                </a:ln>
                <a:gradFill>
                  <a:gsLst>
                    <a:gs pos="79830">
                      <a:srgbClr val="C99398"/>
                    </a:gs>
                    <a:gs pos="0">
                      <a:srgbClr val="2F0A0B"/>
                    </a:gs>
                    <a:gs pos="44935">
                      <a:srgbClr val="820003"/>
                    </a:gs>
                    <a:gs pos="95000">
                      <a:srgbClr val="C99398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ruc</a:t>
            </a:r>
            <a:r>
              <a:rPr lang="es-CO" sz="8800" dirty="0" err="1">
                <a:ln w="38100">
                  <a:solidFill>
                    <a:schemeClr val="tx1"/>
                  </a:solidFill>
                </a:ln>
                <a:gradFill>
                  <a:gsLst>
                    <a:gs pos="0">
                      <a:srgbClr val="144D12"/>
                    </a:gs>
                    <a:gs pos="44935">
                      <a:srgbClr val="0C580A"/>
                    </a:gs>
                    <a:gs pos="95000">
                      <a:srgbClr val="99CB9B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tion</a:t>
            </a:r>
            <a:endParaRPr lang="es-CO" sz="8800" dirty="0">
              <a:ln w="38100">
                <a:solidFill>
                  <a:schemeClr val="tx1"/>
                </a:solidFill>
              </a:ln>
              <a:gradFill>
                <a:gsLst>
                  <a:gs pos="0">
                    <a:srgbClr val="144D12"/>
                  </a:gs>
                  <a:gs pos="44935">
                    <a:srgbClr val="0C580A"/>
                  </a:gs>
                  <a:gs pos="95000">
                    <a:srgbClr val="99CB9B"/>
                  </a:gs>
                </a:gsLst>
                <a:lin ang="162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8A243F8-0EEC-69F7-A166-BA768B366F8D}"/>
              </a:ext>
            </a:extLst>
          </p:cNvPr>
          <p:cNvSpPr txBox="1"/>
          <p:nvPr/>
        </p:nvSpPr>
        <p:spPr>
          <a:xfrm>
            <a:off x="778119" y="4734342"/>
            <a:ext cx="32074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dirty="0">
                <a:ln>
                  <a:solidFill>
                    <a:schemeClr val="tx1"/>
                  </a:solidFill>
                </a:ln>
                <a:solidFill>
                  <a:schemeClr val="bg2"/>
                </a:solidFill>
                <a:latin typeface="Impact" panose="020B0806030902050204" pitchFamily="34" charset="0"/>
              </a:rPr>
              <a:t>BACK TO MENU</a:t>
            </a:r>
            <a:endParaRPr lang="es-CO" sz="6600" dirty="0">
              <a:ln>
                <a:solidFill>
                  <a:schemeClr val="tx1"/>
                </a:solidFill>
              </a:ln>
              <a:solidFill>
                <a:schemeClr val="bg2"/>
              </a:solidFill>
              <a:latin typeface="Impact" panose="020B080603090205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3E8AAB6-8AD8-8AA7-82D6-F1763D667F08}"/>
              </a:ext>
            </a:extLst>
          </p:cNvPr>
          <p:cNvSpPr txBox="1"/>
          <p:nvPr/>
        </p:nvSpPr>
        <p:spPr>
          <a:xfrm>
            <a:off x="7768297" y="4734342"/>
            <a:ext cx="32074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600" noProof="0" dirty="0">
                <a:ln>
                  <a:solidFill>
                    <a:schemeClr val="tx1"/>
                  </a:solidFill>
                </a:ln>
                <a:solidFill>
                  <a:schemeClr val="bg2"/>
                </a:solidFill>
                <a:latin typeface="Impact" panose="020B0806030902050204" pitchFamily="34" charset="0"/>
              </a:rPr>
              <a:t>SELECT MODE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E220C18-B9C9-E41A-B3C0-8EABECBD7416}"/>
              </a:ext>
            </a:extLst>
          </p:cNvPr>
          <p:cNvSpPr txBox="1"/>
          <p:nvPr/>
        </p:nvSpPr>
        <p:spPr>
          <a:xfrm>
            <a:off x="0" y="1843950"/>
            <a:ext cx="1219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You are the </a:t>
            </a:r>
            <a:r>
              <a:rPr kumimoji="0" lang="es-CO" sz="3600" b="0" i="0" u="none" strike="noStrike" kern="1200" cap="none" spc="0" normalizeH="0" baseline="0" noProof="0" dirty="0">
                <a:ln w="3175">
                  <a:solidFill>
                    <a:prstClr val="black"/>
                  </a:solidFill>
                </a:ln>
                <a:gradFill>
                  <a:gsLst>
                    <a:gs pos="79830">
                      <a:srgbClr val="C99398"/>
                    </a:gs>
                    <a:gs pos="0">
                      <a:srgbClr val="2F0A0B"/>
                    </a:gs>
                    <a:gs pos="44935">
                      <a:srgbClr val="820003"/>
                    </a:gs>
                    <a:gs pos="95000">
                      <a:srgbClr val="C99398"/>
                    </a:gs>
                  </a:gsLst>
                  <a:lin ang="16200000" scaled="1"/>
                </a:gra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RED</a:t>
            </a:r>
            <a:r>
              <a:rPr lang="en-US" sz="36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 square. Avoid the </a:t>
            </a:r>
            <a:r>
              <a:rPr kumimoji="0" lang="es-CO" sz="3600" b="0" i="0" u="none" strike="noStrike" kern="1200" cap="none" spc="0" normalizeH="0" baseline="0" noProof="0" dirty="0">
                <a:ln w="3175">
                  <a:solidFill>
                    <a:prstClr val="black"/>
                  </a:solidFill>
                </a:ln>
                <a:gradFill flip="none" rotWithShape="1">
                  <a:gsLst>
                    <a:gs pos="79830">
                      <a:srgbClr val="443A96"/>
                    </a:gs>
                    <a:gs pos="0">
                      <a:srgbClr val="02012A"/>
                    </a:gs>
                    <a:gs pos="44935">
                      <a:srgbClr val="1B128A"/>
                    </a:gs>
                    <a:gs pos="95000">
                      <a:srgbClr val="9F9BD7"/>
                    </a:gs>
                  </a:gsLst>
                  <a:lin ang="16200000" scaled="1"/>
                  <a:tileRect/>
                </a:gradFill>
                <a:effectLst/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BLUE</a:t>
            </a:r>
            <a:r>
              <a:rPr lang="en-US" sz="3600" dirty="0">
                <a:ln w="3175">
                  <a:solidFill>
                    <a:schemeClr val="tx1"/>
                  </a:solidFill>
                </a:ln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en-US" sz="36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circles and collect the </a:t>
            </a:r>
            <a:r>
              <a:rPr lang="es-CO" sz="3600" dirty="0" err="1">
                <a:ln w="3175">
                  <a:solidFill>
                    <a:schemeClr val="tx1"/>
                  </a:solidFill>
                </a:ln>
                <a:gradFill>
                  <a:gsLst>
                    <a:gs pos="0">
                      <a:srgbClr val="8A6900"/>
                    </a:gs>
                    <a:gs pos="44935">
                      <a:srgbClr val="FFFF00"/>
                    </a:gs>
                    <a:gs pos="95000">
                      <a:srgbClr val="F6FEC6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yellows</a:t>
            </a:r>
            <a:r>
              <a:rPr lang="en-US" sz="36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 circles. Once you have collected all of the yellow circles, move to the </a:t>
            </a:r>
            <a:r>
              <a:rPr lang="es-CO" sz="3600" dirty="0" err="1">
                <a:ln w="3175">
                  <a:solidFill>
                    <a:schemeClr val="bg2">
                      <a:lumMod val="10000"/>
                    </a:schemeClr>
                  </a:solidFill>
                </a:ln>
                <a:gradFill>
                  <a:gsLst>
                    <a:gs pos="0">
                      <a:srgbClr val="144D12"/>
                    </a:gs>
                    <a:gs pos="44935">
                      <a:srgbClr val="0C580A"/>
                    </a:gs>
                    <a:gs pos="95000">
                      <a:srgbClr val="99CB9B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green</a:t>
            </a:r>
            <a:r>
              <a:rPr lang="en-US" sz="36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</a:rPr>
              <a:t> beacon to complete the level. Some levels consist of more than one beacon: the intermediary beacons act as checkpoints.</a:t>
            </a:r>
            <a:endParaRPr lang="es-CO" sz="3600" dirty="0">
              <a:solidFill>
                <a:schemeClr val="bg2">
                  <a:lumMod val="25000"/>
                </a:schemeClr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781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93D6C-5BEA-9342-9F6E-9680415F4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DA1BA63-6CC2-C063-1C9A-1325DE4437DD}"/>
              </a:ext>
            </a:extLst>
          </p:cNvPr>
          <p:cNvSpPr txBox="1"/>
          <p:nvPr/>
        </p:nvSpPr>
        <p:spPr>
          <a:xfrm>
            <a:off x="0" y="0"/>
            <a:ext cx="12192000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8800" dirty="0">
                <a:ln w="38100">
                  <a:solidFill>
                    <a:schemeClr val="tx1"/>
                  </a:solidFill>
                </a:ln>
                <a:gradFill flip="none" rotWithShape="1">
                  <a:gsLst>
                    <a:gs pos="79830">
                      <a:srgbClr val="443A96"/>
                    </a:gs>
                    <a:gs pos="0">
                      <a:srgbClr val="02012A"/>
                    </a:gs>
                    <a:gs pos="44935">
                      <a:srgbClr val="1B128A"/>
                    </a:gs>
                    <a:gs pos="95000">
                      <a:srgbClr val="9F9BD7"/>
                    </a:gs>
                  </a:gsLst>
                  <a:lin ang="16200000" scaled="1"/>
                  <a:tileRect/>
                </a:gradFill>
                <a:latin typeface="Impact" panose="020B0806030902050204" pitchFamily="34" charset="0"/>
              </a:rPr>
              <a:t>Gam</a:t>
            </a:r>
            <a:r>
              <a:rPr lang="es-CO" sz="8800" dirty="0">
                <a:ln w="38100">
                  <a:solidFill>
                    <a:schemeClr val="tx1"/>
                  </a:solidFill>
                </a:ln>
                <a:gradFill>
                  <a:gsLst>
                    <a:gs pos="79830">
                      <a:srgbClr val="C99398"/>
                    </a:gs>
                    <a:gs pos="0">
                      <a:srgbClr val="2F0A0B"/>
                    </a:gs>
                    <a:gs pos="44935">
                      <a:srgbClr val="820003"/>
                    </a:gs>
                    <a:gs pos="95000">
                      <a:srgbClr val="C99398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es  </a:t>
            </a:r>
            <a:r>
              <a:rPr lang="es-CO" sz="8800" dirty="0" err="1">
                <a:ln w="38100">
                  <a:solidFill>
                    <a:schemeClr val="tx1"/>
                  </a:solidFill>
                </a:ln>
                <a:gradFill>
                  <a:gsLst>
                    <a:gs pos="79830">
                      <a:srgbClr val="C99398"/>
                    </a:gs>
                    <a:gs pos="0">
                      <a:srgbClr val="2F0A0B"/>
                    </a:gs>
                    <a:gs pos="44935">
                      <a:srgbClr val="820003"/>
                    </a:gs>
                    <a:gs pos="95000">
                      <a:srgbClr val="C99398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mo</a:t>
            </a:r>
            <a:r>
              <a:rPr lang="es-CO" sz="8800" dirty="0" err="1">
                <a:ln w="38100">
                  <a:solidFill>
                    <a:schemeClr val="tx1"/>
                  </a:solidFill>
                </a:ln>
                <a:gradFill>
                  <a:gsLst>
                    <a:gs pos="0">
                      <a:srgbClr val="144D12"/>
                    </a:gs>
                    <a:gs pos="44935">
                      <a:srgbClr val="0C580A"/>
                    </a:gs>
                    <a:gs pos="95000">
                      <a:srgbClr val="99CB9B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des</a:t>
            </a:r>
            <a:endParaRPr lang="es-CO" sz="8800" dirty="0">
              <a:ln w="38100">
                <a:solidFill>
                  <a:schemeClr val="tx1"/>
                </a:solidFill>
              </a:ln>
              <a:gradFill>
                <a:gsLst>
                  <a:gs pos="0">
                    <a:srgbClr val="144D12"/>
                  </a:gs>
                  <a:gs pos="44935">
                    <a:srgbClr val="0C580A"/>
                  </a:gs>
                  <a:gs pos="95000">
                    <a:srgbClr val="99CB9B"/>
                  </a:gs>
                </a:gsLst>
                <a:lin ang="162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AD2A309-1685-D8F5-6738-E9A2E8AB0F9C}"/>
              </a:ext>
            </a:extLst>
          </p:cNvPr>
          <p:cNvSpPr txBox="1"/>
          <p:nvPr/>
        </p:nvSpPr>
        <p:spPr>
          <a:xfrm>
            <a:off x="0" y="1698171"/>
            <a:ext cx="3309257" cy="14465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8800">
                <a:ln w="38100">
                  <a:solidFill>
                    <a:schemeClr val="tx1"/>
                  </a:solidFill>
                </a:ln>
                <a:gradFill flip="none">
                  <a:gsLst>
                    <a:gs pos="0">
                      <a:srgbClr val="02012A"/>
                    </a:gs>
                    <a:gs pos="44935">
                      <a:srgbClr val="1B128A"/>
                    </a:gs>
                    <a:gs pos="79830">
                      <a:srgbClr val="443A96"/>
                    </a:gs>
                    <a:gs pos="95000">
                      <a:srgbClr val="9F9BD7"/>
                    </a:gs>
                  </a:gsLst>
                  <a:lin ang="16200000" scaled="1"/>
                  <a:tileRect/>
                </a:gradFill>
                <a:latin typeface="Impact"/>
              </a:rPr>
              <a:t>So</a:t>
            </a:r>
            <a:r>
              <a:rPr lang="es-CO" sz="8800">
                <a:ln w="38100">
                  <a:solidFill>
                    <a:schemeClr val="tx1"/>
                  </a:solidFill>
                </a:ln>
                <a:gradFill>
                  <a:gsLst>
                    <a:gs pos="0">
                      <a:srgbClr val="2F0A0B"/>
                    </a:gs>
                    <a:gs pos="44935">
                      <a:srgbClr val="820003"/>
                    </a:gs>
                    <a:gs pos="79830">
                      <a:srgbClr val="C99398"/>
                    </a:gs>
                    <a:gs pos="95000">
                      <a:srgbClr val="C99398"/>
                    </a:gs>
                  </a:gsLst>
                  <a:lin ang="16200000" scaled="1"/>
                </a:gradFill>
                <a:latin typeface="Impact"/>
              </a:rPr>
              <a:t>l</a:t>
            </a:r>
            <a:r>
              <a:rPr lang="es-CO" sz="8800">
                <a:ln w="38100">
                  <a:solidFill>
                    <a:schemeClr val="tx1"/>
                  </a:solidFill>
                </a:ln>
                <a:gradFill>
                  <a:gsLst>
                    <a:gs pos="0">
                      <a:srgbClr val="144D12"/>
                    </a:gs>
                    <a:gs pos="44935">
                      <a:srgbClr val="0C580A"/>
                    </a:gs>
                    <a:gs pos="95000">
                      <a:srgbClr val="99CB9B"/>
                    </a:gs>
                  </a:gsLst>
                  <a:lin ang="16200000" scaled="1"/>
                </a:gradFill>
                <a:latin typeface="Impact"/>
              </a:rPr>
              <a:t>o</a:t>
            </a:r>
            <a:endParaRPr lang="es-CO" sz="8800" dirty="0">
              <a:ln w="38100">
                <a:solidFill>
                  <a:schemeClr val="tx1"/>
                </a:solidFill>
              </a:ln>
              <a:gradFill>
                <a:gsLst>
                  <a:gs pos="0">
                    <a:srgbClr val="144D12"/>
                  </a:gs>
                  <a:gs pos="44935">
                    <a:srgbClr val="0C580A"/>
                  </a:gs>
                  <a:gs pos="95000">
                    <a:srgbClr val="99CB9B"/>
                  </a:gs>
                </a:gsLst>
                <a:lin ang="162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9171491-2393-43DF-52E4-0D01478F293C}"/>
              </a:ext>
            </a:extLst>
          </p:cNvPr>
          <p:cNvSpPr txBox="1"/>
          <p:nvPr/>
        </p:nvSpPr>
        <p:spPr>
          <a:xfrm>
            <a:off x="5312229" y="1698171"/>
            <a:ext cx="1915886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8800" dirty="0">
                <a:ln w="38100">
                  <a:solidFill>
                    <a:schemeClr val="tx1"/>
                  </a:solidFill>
                </a:ln>
                <a:gradFill flip="none" rotWithShape="1">
                  <a:gsLst>
                    <a:gs pos="79830">
                      <a:srgbClr val="443A96"/>
                    </a:gs>
                    <a:gs pos="0">
                      <a:srgbClr val="02012A"/>
                    </a:gs>
                    <a:gs pos="44935">
                      <a:srgbClr val="1B128A"/>
                    </a:gs>
                    <a:gs pos="95000">
                      <a:srgbClr val="9F9BD7"/>
                    </a:gs>
                  </a:gsLst>
                  <a:lin ang="16200000" scaled="1"/>
                  <a:tileRect/>
                </a:gradFill>
                <a:latin typeface="Impact" panose="020B0806030902050204" pitchFamily="34" charset="0"/>
              </a:rPr>
              <a:t>P</a:t>
            </a:r>
            <a:r>
              <a:rPr lang="es-CO" sz="8800" dirty="0">
                <a:ln w="38100">
                  <a:solidFill>
                    <a:schemeClr val="tx1"/>
                  </a:solidFill>
                </a:ln>
                <a:gradFill>
                  <a:gsLst>
                    <a:gs pos="79830">
                      <a:srgbClr val="C99398"/>
                    </a:gs>
                    <a:gs pos="0">
                      <a:srgbClr val="2F0A0B"/>
                    </a:gs>
                    <a:gs pos="44935">
                      <a:srgbClr val="820003"/>
                    </a:gs>
                    <a:gs pos="95000">
                      <a:srgbClr val="C99398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V</a:t>
            </a:r>
            <a:r>
              <a:rPr lang="es-CO" sz="8800" dirty="0">
                <a:ln w="38100">
                  <a:solidFill>
                    <a:schemeClr val="tx1"/>
                  </a:solidFill>
                </a:ln>
                <a:gradFill>
                  <a:gsLst>
                    <a:gs pos="0">
                      <a:srgbClr val="144D12"/>
                    </a:gs>
                    <a:gs pos="44935">
                      <a:srgbClr val="0C580A"/>
                    </a:gs>
                    <a:gs pos="95000">
                      <a:srgbClr val="99CB9B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P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0019129-EFDB-E63F-DD3B-B118A1E613FA}"/>
              </a:ext>
            </a:extLst>
          </p:cNvPr>
          <p:cNvSpPr txBox="1"/>
          <p:nvPr/>
        </p:nvSpPr>
        <p:spPr>
          <a:xfrm>
            <a:off x="8476343" y="1698171"/>
            <a:ext cx="2670630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8800" dirty="0" err="1">
                <a:ln w="38100">
                  <a:solidFill>
                    <a:schemeClr val="tx1"/>
                  </a:solidFill>
                </a:ln>
                <a:gradFill flip="none" rotWithShape="1">
                  <a:gsLst>
                    <a:gs pos="79830">
                      <a:srgbClr val="443A96"/>
                    </a:gs>
                    <a:gs pos="0">
                      <a:srgbClr val="02012A"/>
                    </a:gs>
                    <a:gs pos="44935">
                      <a:srgbClr val="1B128A"/>
                    </a:gs>
                    <a:gs pos="95000">
                      <a:srgbClr val="9F9BD7"/>
                    </a:gs>
                  </a:gsLst>
                  <a:lin ang="16200000" scaled="1"/>
                  <a:tileRect/>
                </a:gradFill>
                <a:latin typeface="Impact" panose="020B0806030902050204" pitchFamily="34" charset="0"/>
              </a:rPr>
              <a:t>P</a:t>
            </a:r>
            <a:r>
              <a:rPr lang="es-CO" sz="8800" dirty="0" err="1">
                <a:ln w="38100">
                  <a:solidFill>
                    <a:schemeClr val="tx1"/>
                  </a:solidFill>
                </a:ln>
                <a:gradFill>
                  <a:gsLst>
                    <a:gs pos="79830">
                      <a:srgbClr val="C99398"/>
                    </a:gs>
                    <a:gs pos="0">
                      <a:srgbClr val="2F0A0B"/>
                    </a:gs>
                    <a:gs pos="44935">
                      <a:srgbClr val="820003"/>
                    </a:gs>
                    <a:gs pos="95000">
                      <a:srgbClr val="C99398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Vs</a:t>
            </a:r>
            <a:r>
              <a:rPr lang="es-CO" sz="8800" dirty="0" err="1">
                <a:ln w="38100">
                  <a:solidFill>
                    <a:schemeClr val="tx1"/>
                  </a:solidFill>
                </a:ln>
                <a:gradFill>
                  <a:gsLst>
                    <a:gs pos="0">
                      <a:srgbClr val="144D12"/>
                    </a:gs>
                    <a:gs pos="44935">
                      <a:srgbClr val="0C580A"/>
                    </a:gs>
                    <a:gs pos="95000">
                      <a:srgbClr val="99CB9B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M</a:t>
            </a:r>
            <a:endParaRPr lang="es-CO" sz="8800" dirty="0">
              <a:ln w="38100">
                <a:solidFill>
                  <a:schemeClr val="tx1"/>
                </a:solidFill>
              </a:ln>
              <a:gradFill>
                <a:gsLst>
                  <a:gs pos="0">
                    <a:srgbClr val="144D12"/>
                  </a:gs>
                  <a:gs pos="44935">
                    <a:srgbClr val="0C580A"/>
                  </a:gs>
                  <a:gs pos="95000">
                    <a:srgbClr val="99CB9B"/>
                  </a:gs>
                </a:gsLst>
                <a:lin ang="16200000" scaled="1"/>
              </a:gradFill>
              <a:latin typeface="Impact" panose="020B0806030902050204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6BCFDA3-B4EF-C4BC-A69B-41DB19C93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6789" y="3984170"/>
            <a:ext cx="2351317" cy="2351317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361B236A-6365-4FE5-026F-46803FCE0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456" y="2988863"/>
            <a:ext cx="3570061" cy="3570061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4AF89511-4822-C5C5-B40D-E159E440B2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42" b="89912" l="7617" r="93506">
                        <a14:foregroundMark x1="49854" y1="31969" x2="49170" y2="27729"/>
                        <a14:foregroundMark x1="93506" y1="61988" x2="93311" y2="69201"/>
                        <a14:foregroundMark x1="7617" y1="63694" x2="8057" y2="5735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52" y="3756575"/>
            <a:ext cx="2801036" cy="280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9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D31ACE5-229D-3020-BF88-BB796C45F1B8}"/>
              </a:ext>
            </a:extLst>
          </p:cNvPr>
          <p:cNvSpPr txBox="1"/>
          <p:nvPr/>
        </p:nvSpPr>
        <p:spPr>
          <a:xfrm>
            <a:off x="130629" y="0"/>
            <a:ext cx="2670630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8800" dirty="0" err="1">
                <a:ln w="38100">
                  <a:solidFill>
                    <a:schemeClr val="tx1"/>
                  </a:solidFill>
                </a:ln>
                <a:gradFill flip="none" rotWithShape="1">
                  <a:gsLst>
                    <a:gs pos="79830">
                      <a:srgbClr val="443A96"/>
                    </a:gs>
                    <a:gs pos="0">
                      <a:srgbClr val="02012A"/>
                    </a:gs>
                    <a:gs pos="44935">
                      <a:srgbClr val="1B128A"/>
                    </a:gs>
                    <a:gs pos="95000">
                      <a:srgbClr val="9F9BD7"/>
                    </a:gs>
                  </a:gsLst>
                  <a:lin ang="16200000" scaled="1"/>
                  <a:tileRect/>
                </a:gradFill>
                <a:latin typeface="Impact" panose="020B0806030902050204" pitchFamily="34" charset="0"/>
              </a:rPr>
              <a:t>P</a:t>
            </a:r>
            <a:r>
              <a:rPr lang="es-CO" sz="8800" dirty="0" err="1">
                <a:ln w="38100">
                  <a:solidFill>
                    <a:schemeClr val="tx1"/>
                  </a:solidFill>
                </a:ln>
                <a:gradFill>
                  <a:gsLst>
                    <a:gs pos="79830">
                      <a:srgbClr val="C99398"/>
                    </a:gs>
                    <a:gs pos="0">
                      <a:srgbClr val="2F0A0B"/>
                    </a:gs>
                    <a:gs pos="44935">
                      <a:srgbClr val="820003"/>
                    </a:gs>
                    <a:gs pos="95000">
                      <a:srgbClr val="C99398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Vs</a:t>
            </a:r>
            <a:r>
              <a:rPr lang="es-CO" sz="8800" dirty="0" err="1">
                <a:ln w="38100">
                  <a:solidFill>
                    <a:schemeClr val="tx1"/>
                  </a:solidFill>
                </a:ln>
                <a:gradFill>
                  <a:gsLst>
                    <a:gs pos="0">
                      <a:srgbClr val="144D12"/>
                    </a:gs>
                    <a:gs pos="44935">
                      <a:srgbClr val="0C580A"/>
                    </a:gs>
                    <a:gs pos="95000">
                      <a:srgbClr val="99CB9B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M</a:t>
            </a:r>
            <a:endParaRPr lang="es-CO" sz="8800" dirty="0">
              <a:ln w="38100">
                <a:solidFill>
                  <a:schemeClr val="tx1"/>
                </a:solidFill>
              </a:ln>
              <a:gradFill>
                <a:gsLst>
                  <a:gs pos="0">
                    <a:srgbClr val="144D12"/>
                  </a:gs>
                  <a:gs pos="44935">
                    <a:srgbClr val="0C580A"/>
                  </a:gs>
                  <a:gs pos="95000">
                    <a:srgbClr val="99CB9B"/>
                  </a:gs>
                </a:gsLst>
                <a:lin ang="162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6AFCE4-0693-FF97-E62D-178ABB17F156}"/>
              </a:ext>
            </a:extLst>
          </p:cNvPr>
          <p:cNvSpPr txBox="1"/>
          <p:nvPr/>
        </p:nvSpPr>
        <p:spPr>
          <a:xfrm>
            <a:off x="2090057" y="1446550"/>
            <a:ext cx="2670630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8800" dirty="0">
                <a:ln w="38100">
                  <a:solidFill>
                    <a:schemeClr val="tx1"/>
                  </a:solidFill>
                </a:ln>
                <a:gradFill flip="none" rotWithShape="1">
                  <a:gsLst>
                    <a:gs pos="79830">
                      <a:srgbClr val="443A96"/>
                    </a:gs>
                    <a:gs pos="0">
                      <a:srgbClr val="02012A"/>
                    </a:gs>
                    <a:gs pos="44935">
                      <a:srgbClr val="1B128A"/>
                    </a:gs>
                    <a:gs pos="95000">
                      <a:srgbClr val="9F9BD7"/>
                    </a:gs>
                  </a:gsLst>
                  <a:lin ang="16200000" scaled="1"/>
                  <a:tileRect/>
                </a:gradFill>
                <a:latin typeface="Impact" panose="020B0806030902050204" pitchFamily="34" charset="0"/>
              </a:rPr>
              <a:t>Ea</a:t>
            </a:r>
            <a:r>
              <a:rPr lang="es-CO" sz="8800" dirty="0">
                <a:ln w="38100">
                  <a:solidFill>
                    <a:schemeClr val="tx1"/>
                  </a:solidFill>
                </a:ln>
                <a:gradFill>
                  <a:gsLst>
                    <a:gs pos="79830">
                      <a:srgbClr val="C99398"/>
                    </a:gs>
                    <a:gs pos="0">
                      <a:srgbClr val="2F0A0B"/>
                    </a:gs>
                    <a:gs pos="44935">
                      <a:srgbClr val="820003"/>
                    </a:gs>
                    <a:gs pos="95000">
                      <a:srgbClr val="C99398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s</a:t>
            </a:r>
            <a:r>
              <a:rPr lang="es-CO" sz="8800" dirty="0">
                <a:ln w="38100">
                  <a:solidFill>
                    <a:schemeClr val="tx1"/>
                  </a:solidFill>
                </a:ln>
                <a:gradFill>
                  <a:gsLst>
                    <a:gs pos="0">
                      <a:srgbClr val="144D12"/>
                    </a:gs>
                    <a:gs pos="44935">
                      <a:srgbClr val="0C580A"/>
                    </a:gs>
                    <a:gs pos="95000">
                      <a:srgbClr val="99CB9B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y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0D65A9F-EDEE-22FF-6847-CDDA510EB345}"/>
              </a:ext>
            </a:extLst>
          </p:cNvPr>
          <p:cNvSpPr txBox="1"/>
          <p:nvPr/>
        </p:nvSpPr>
        <p:spPr>
          <a:xfrm>
            <a:off x="7061202" y="1446550"/>
            <a:ext cx="2670630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8800" dirty="0">
                <a:ln w="38100">
                  <a:solidFill>
                    <a:schemeClr val="tx1"/>
                  </a:solidFill>
                </a:ln>
                <a:gradFill flip="none" rotWithShape="1">
                  <a:gsLst>
                    <a:gs pos="79830">
                      <a:srgbClr val="443A96"/>
                    </a:gs>
                    <a:gs pos="0">
                      <a:srgbClr val="02012A"/>
                    </a:gs>
                    <a:gs pos="44935">
                      <a:srgbClr val="1B128A"/>
                    </a:gs>
                    <a:gs pos="95000">
                      <a:srgbClr val="9F9BD7"/>
                    </a:gs>
                  </a:gsLst>
                  <a:lin ang="16200000" scaled="1"/>
                  <a:tileRect/>
                </a:gradFill>
                <a:latin typeface="Impact" panose="020B0806030902050204" pitchFamily="34" charset="0"/>
              </a:rPr>
              <a:t>Ha</a:t>
            </a:r>
            <a:r>
              <a:rPr lang="es-CO" sz="8800" dirty="0">
                <a:ln w="38100">
                  <a:solidFill>
                    <a:schemeClr val="tx1"/>
                  </a:solidFill>
                </a:ln>
                <a:gradFill>
                  <a:gsLst>
                    <a:gs pos="79830">
                      <a:srgbClr val="C99398"/>
                    </a:gs>
                    <a:gs pos="0">
                      <a:srgbClr val="2F0A0B"/>
                    </a:gs>
                    <a:gs pos="44935">
                      <a:srgbClr val="820003"/>
                    </a:gs>
                    <a:gs pos="95000">
                      <a:srgbClr val="C99398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r</a:t>
            </a:r>
            <a:r>
              <a:rPr lang="es-CO" sz="8800" dirty="0">
                <a:ln w="38100">
                  <a:solidFill>
                    <a:schemeClr val="tx1"/>
                  </a:solidFill>
                </a:ln>
                <a:gradFill>
                  <a:gsLst>
                    <a:gs pos="0">
                      <a:srgbClr val="144D12"/>
                    </a:gs>
                    <a:gs pos="44935">
                      <a:srgbClr val="0C580A"/>
                    </a:gs>
                    <a:gs pos="95000">
                      <a:srgbClr val="99CB9B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d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ED07B2F-CE4E-27D7-207A-CF5474BDB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94434" l="2734" r="94482">
                        <a14:foregroundMark x1="40430" y1="17139" x2="37695" y2="91455"/>
                        <a14:foregroundMark x1="37695" y1="91455" x2="38086" y2="91211"/>
                        <a14:foregroundMark x1="30176" y1="18506" x2="47266" y2="22070"/>
                        <a14:foregroundMark x1="47266" y1="22070" x2="48340" y2="40625"/>
                        <a14:foregroundMark x1="48340" y1="40625" x2="40771" y2="55859"/>
                        <a14:foregroundMark x1="40771" y1="55859" x2="48438" y2="67773"/>
                        <a14:foregroundMark x1="48438" y1="67773" x2="62012" y2="70557"/>
                        <a14:foregroundMark x1="65332" y1="28125" x2="26062" y2="43840"/>
                        <a14:foregroundMark x1="27734" y1="68701" x2="36084" y2="16846"/>
                        <a14:foregroundMark x1="31104" y1="14795" x2="32178" y2="37061"/>
                        <a14:foregroundMark x1="32178" y1="37061" x2="32178" y2="37061"/>
                        <a14:foregroundMark x1="31445" y1="34082" x2="59326" y2="29932"/>
                        <a14:foregroundMark x1="59326" y1="29932" x2="65332" y2="30176"/>
                        <a14:foregroundMark x1="65527" y1="30176" x2="51270" y2="58350"/>
                        <a14:foregroundMark x1="51270" y1="58350" x2="51270" y2="59814"/>
                        <a14:foregroundMark x1="24414" y1="67432" x2="30713" y2="32568"/>
                        <a14:foregroundMark x1="27930" y1="37793" x2="29980" y2="45361"/>
                        <a14:foregroundMark x1="26025" y1="45497" x2="24805" y2="65918"/>
                        <a14:foregroundMark x1="26341" y1="40217" x2="26100" y2="44242"/>
                        <a14:foregroundMark x1="24805" y1="65918" x2="24805" y2="65918"/>
                        <a14:foregroundMark x1="8301" y1="79053" x2="42578" y2="88721"/>
                        <a14:foregroundMark x1="94580" y1="74463" x2="83887" y2="73535"/>
                        <a14:foregroundMark x1="68848" y1="87061" x2="31250" y2="88525"/>
                        <a14:foregroundMark x1="41064" y1="90186" x2="62402" y2="94434"/>
                        <a14:foregroundMark x1="3662" y1="81299" x2="2734" y2="79443"/>
                        <a14:foregroundMark x1="54980" y1="76123" x2="65918" y2="27783"/>
                        <a14:foregroundMark x1="35693" y1="13867" x2="36475" y2="21094"/>
                        <a14:foregroundMark x1="35889" y1="10938" x2="33105" y2="12402"/>
                        <a14:foregroundMark x1="34424" y1="10938" x2="34961" y2="14648"/>
                        <a14:foregroundMark x1="23584" y1="66553" x2="25879" y2="54053"/>
                        <a14:foregroundMark x1="22217" y1="67139" x2="27295" y2="36865"/>
                        <a14:foregroundMark x1="20048" y1="63631" x2="19873" y2="63428"/>
                        <a14:foregroundMark x1="22363" y1="66309" x2="20072" y2="63658"/>
                        <a14:foregroundMark x1="21826" y1="63525" x2="25342" y2="51758"/>
                        <a14:foregroundMark x1="23486" y1="55664" x2="25049" y2="48779"/>
                        <a14:foregroundMark x1="24902" y1="46582" x2="23682" y2="53320"/>
                        <a14:foregroundMark x1="25439" y1="45557" x2="21191" y2="63428"/>
                        <a14:foregroundMark x1="24805" y1="46289" x2="25830" y2="42236"/>
                        <a14:foregroundMark x1="25439" y1="45898" x2="25537" y2="44824"/>
                        <a14:foregroundMark x1="24951" y1="45996" x2="25586" y2="42969"/>
                        <a14:foregroundMark x1="25244" y1="45605" x2="26416" y2="40527"/>
                        <a14:backgroundMark x1="23145" y1="42773" x2="23703" y2="48544"/>
                        <a14:backgroundMark x1="24923" y1="45946" x2="24414" y2="36279"/>
                        <a14:backgroundMark x1="26465" y1="34619" x2="24805" y2="44238"/>
                        <a14:backgroundMark x1="15088" y1="47998" x2="24805" y2="43994"/>
                        <a14:backgroundMark x1="25377" y1="45412" x2="25391" y2="45557"/>
                        <a14:backgroundMark x1="25146" y1="42969" x2="25326" y2="44870"/>
                        <a14:backgroundMark x1="19043" y1="66309" x2="21094" y2="60938"/>
                        <a14:backgroundMark x1="26807" y1="29541" x2="27393" y2="3452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831" y="2530243"/>
            <a:ext cx="3964900" cy="39649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A9815E21-6CC7-7838-D0C9-1ACE9ED57B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552" b="95078" l="1123" r="95557">
                        <a14:foregroundMark x1="57031" y1="11355" x2="43994" y2="9649"/>
                        <a14:foregroundMark x1="94092" y1="73441" x2="90967" y2="77875"/>
                        <a14:foregroundMark x1="95654" y1="75097" x2="49561" y2="89425"/>
                        <a14:foregroundMark x1="49561" y1="89425" x2="49463" y2="89327"/>
                        <a14:foregroundMark x1="5029" y1="79776" x2="13721" y2="80214"/>
                        <a14:foregroundMark x1="2588" y1="80799" x2="62939" y2="95078"/>
                        <a14:foregroundMark x1="62939" y1="95078" x2="72363" y2="90351"/>
                        <a14:foregroundMark x1="1660" y1="80312" x2="1123" y2="80312"/>
                        <a14:backgroundMark x1="80615" y1="89133" x2="86084" y2="864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131" y="2530243"/>
            <a:ext cx="3803316" cy="381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023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E94BB-BDB8-E963-8FFD-EBAA51580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796232C-47C1-0740-23FD-F73DA2BACBF9}"/>
              </a:ext>
            </a:extLst>
          </p:cNvPr>
          <p:cNvSpPr txBox="1"/>
          <p:nvPr/>
        </p:nvSpPr>
        <p:spPr>
          <a:xfrm>
            <a:off x="0" y="0"/>
            <a:ext cx="12192000" cy="14465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8800">
                <a:ln w="38100">
                  <a:solidFill>
                    <a:schemeClr val="tx1"/>
                  </a:solidFill>
                </a:ln>
                <a:gradFill flip="none">
                  <a:gsLst>
                    <a:gs pos="0">
                      <a:srgbClr val="02012A"/>
                    </a:gs>
                    <a:gs pos="44935">
                      <a:srgbClr val="1B128A"/>
                    </a:gs>
                    <a:gs pos="79830">
                      <a:srgbClr val="443A96"/>
                    </a:gs>
                    <a:gs pos="95000">
                      <a:srgbClr val="9F9BD7"/>
                    </a:gs>
                  </a:gsLst>
                  <a:lin ang="16200000" scaled="1"/>
                  <a:tileRect/>
                </a:gradFill>
                <a:latin typeface="Impact"/>
              </a:rPr>
              <a:t>Cha</a:t>
            </a:r>
            <a:r>
              <a:rPr lang="es-CO" sz="8800">
                <a:ln w="38100">
                  <a:solidFill>
                    <a:schemeClr val="tx1"/>
                  </a:solidFill>
                </a:ln>
                <a:gradFill>
                  <a:gsLst>
                    <a:gs pos="0">
                      <a:srgbClr val="2F0A0B"/>
                    </a:gs>
                    <a:gs pos="44935">
                      <a:srgbClr val="820003"/>
                    </a:gs>
                    <a:gs pos="79830">
                      <a:srgbClr val="C99398"/>
                    </a:gs>
                    <a:gs pos="95000">
                      <a:srgbClr val="C99398"/>
                    </a:gs>
                  </a:gsLst>
                  <a:lin ang="16200000" scaled="1"/>
                </a:gradFill>
                <a:latin typeface="Impact"/>
              </a:rPr>
              <a:t>rac</a:t>
            </a:r>
            <a:r>
              <a:rPr lang="es-CO" sz="8800">
                <a:ln w="38100">
                  <a:solidFill>
                    <a:schemeClr val="tx1"/>
                  </a:solidFill>
                </a:ln>
                <a:gradFill>
                  <a:gsLst>
                    <a:gs pos="0">
                      <a:srgbClr val="144D12"/>
                    </a:gs>
                    <a:gs pos="44935">
                      <a:srgbClr val="0C580A"/>
                    </a:gs>
                    <a:gs pos="95000">
                      <a:srgbClr val="99CB9B"/>
                    </a:gs>
                  </a:gsLst>
                  <a:lin ang="16200000" scaled="1"/>
                </a:gradFill>
                <a:latin typeface="Impact"/>
              </a:rPr>
              <a:t>ter</a:t>
            </a:r>
            <a:endParaRPr lang="es-CO" sz="8800" dirty="0">
              <a:ln w="38100">
                <a:solidFill>
                  <a:schemeClr val="tx1"/>
                </a:solidFill>
              </a:ln>
              <a:gradFill>
                <a:gsLst>
                  <a:gs pos="0">
                    <a:srgbClr val="144D12"/>
                  </a:gs>
                  <a:gs pos="44935">
                    <a:srgbClr val="0C580A"/>
                  </a:gs>
                  <a:gs pos="95000">
                    <a:srgbClr val="99CB9B"/>
                  </a:gs>
                </a:gsLst>
                <a:lin ang="162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A37367C-D125-2009-32A6-D0E16870CA60}"/>
              </a:ext>
            </a:extLst>
          </p:cNvPr>
          <p:cNvSpPr txBox="1"/>
          <p:nvPr/>
        </p:nvSpPr>
        <p:spPr>
          <a:xfrm>
            <a:off x="0" y="1698171"/>
            <a:ext cx="3309257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8800" dirty="0" err="1">
                <a:ln w="38100">
                  <a:solidFill>
                    <a:schemeClr val="tx1"/>
                  </a:solidFill>
                </a:ln>
                <a:gradFill>
                  <a:gsLst>
                    <a:gs pos="79830">
                      <a:srgbClr val="C99398"/>
                    </a:gs>
                    <a:gs pos="0">
                      <a:srgbClr val="2F0A0B"/>
                    </a:gs>
                    <a:gs pos="44935">
                      <a:srgbClr val="820003"/>
                    </a:gs>
                    <a:gs pos="95000">
                      <a:srgbClr val="C99398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Blinky</a:t>
            </a:r>
            <a:endParaRPr lang="es-CO" sz="8800" dirty="0">
              <a:ln w="38100">
                <a:solidFill>
                  <a:schemeClr val="tx1"/>
                </a:solidFill>
              </a:ln>
              <a:gradFill>
                <a:gsLst>
                  <a:gs pos="0">
                    <a:srgbClr val="144D12"/>
                  </a:gs>
                  <a:gs pos="44935">
                    <a:srgbClr val="0C580A"/>
                  </a:gs>
                  <a:gs pos="95000">
                    <a:srgbClr val="99CB9B"/>
                  </a:gs>
                </a:gsLst>
                <a:lin ang="162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1D469FA-D993-299E-3B7B-D240DA6252CF}"/>
              </a:ext>
            </a:extLst>
          </p:cNvPr>
          <p:cNvSpPr txBox="1"/>
          <p:nvPr/>
        </p:nvSpPr>
        <p:spPr>
          <a:xfrm>
            <a:off x="4767942" y="1698171"/>
            <a:ext cx="2177142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8800" dirty="0" err="1">
                <a:ln w="38100">
                  <a:solidFill>
                    <a:schemeClr val="tx1"/>
                  </a:solidFill>
                </a:ln>
                <a:gradFill flip="none" rotWithShape="1">
                  <a:gsLst>
                    <a:gs pos="79830">
                      <a:srgbClr val="443A96"/>
                    </a:gs>
                    <a:gs pos="0">
                      <a:srgbClr val="02012A"/>
                    </a:gs>
                    <a:gs pos="44935">
                      <a:srgbClr val="1B128A"/>
                    </a:gs>
                    <a:gs pos="95000">
                      <a:srgbClr val="9F9BD7"/>
                    </a:gs>
                  </a:gsLst>
                  <a:lin ang="16200000" scaled="1"/>
                  <a:tileRect/>
                </a:gradFill>
                <a:latin typeface="Impact" panose="020B0806030902050204" pitchFamily="34" charset="0"/>
              </a:rPr>
              <a:t>Inky</a:t>
            </a:r>
            <a:endParaRPr lang="es-CO" sz="8800" dirty="0">
              <a:ln w="38100">
                <a:solidFill>
                  <a:schemeClr val="tx1"/>
                </a:solidFill>
              </a:ln>
              <a:gradFill>
                <a:gsLst>
                  <a:gs pos="0">
                    <a:srgbClr val="144D12"/>
                  </a:gs>
                  <a:gs pos="44935">
                    <a:srgbClr val="0C580A"/>
                  </a:gs>
                  <a:gs pos="95000">
                    <a:srgbClr val="99CB9B"/>
                  </a:gs>
                </a:gsLst>
                <a:lin ang="162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CC5D5B1-C8B7-3DBD-EAEE-B551C5370874}"/>
              </a:ext>
            </a:extLst>
          </p:cNvPr>
          <p:cNvSpPr txBox="1"/>
          <p:nvPr/>
        </p:nvSpPr>
        <p:spPr>
          <a:xfrm>
            <a:off x="8403769" y="1698171"/>
            <a:ext cx="3033486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8800" dirty="0">
                <a:ln w="38100">
                  <a:solidFill>
                    <a:schemeClr val="tx1"/>
                  </a:solidFill>
                </a:ln>
                <a:gradFill>
                  <a:gsLst>
                    <a:gs pos="0">
                      <a:srgbClr val="144D12"/>
                    </a:gs>
                    <a:gs pos="44935">
                      <a:srgbClr val="0C580A"/>
                    </a:gs>
                    <a:gs pos="95000">
                      <a:srgbClr val="99CB9B"/>
                    </a:gs>
                  </a:gsLst>
                  <a:lin ang="16200000" scaled="1"/>
                </a:gradFill>
                <a:latin typeface="Impact" panose="020B0806030902050204" pitchFamily="34" charset="0"/>
              </a:rPr>
              <a:t>Clyde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A68EE328-A113-07AC-E4AB-A13588578843}"/>
              </a:ext>
            </a:extLst>
          </p:cNvPr>
          <p:cNvGrpSpPr/>
          <p:nvPr/>
        </p:nvGrpSpPr>
        <p:grpSpPr>
          <a:xfrm>
            <a:off x="297542" y="3428998"/>
            <a:ext cx="2714171" cy="2714171"/>
            <a:chOff x="290285" y="3429000"/>
            <a:chExt cx="2714171" cy="2714171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D53C3B9E-2F75-9F85-6EF7-7517CBC0984F}"/>
                </a:ext>
              </a:extLst>
            </p:cNvPr>
            <p:cNvSpPr/>
            <p:nvPr/>
          </p:nvSpPr>
          <p:spPr>
            <a:xfrm>
              <a:off x="290285" y="3429000"/>
              <a:ext cx="2714171" cy="271417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93A91194-C36B-6900-95F6-5A45F34AA000}"/>
                </a:ext>
              </a:extLst>
            </p:cNvPr>
            <p:cNvSpPr/>
            <p:nvPr/>
          </p:nvSpPr>
          <p:spPr>
            <a:xfrm>
              <a:off x="660398" y="3799113"/>
              <a:ext cx="1973943" cy="197394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87F00B4B-874A-F87D-A767-4415A59870B7}"/>
              </a:ext>
            </a:extLst>
          </p:cNvPr>
          <p:cNvGrpSpPr/>
          <p:nvPr/>
        </p:nvGrpSpPr>
        <p:grpSpPr>
          <a:xfrm>
            <a:off x="4501840" y="3428998"/>
            <a:ext cx="2714171" cy="2714171"/>
            <a:chOff x="290285" y="3429000"/>
            <a:chExt cx="2714171" cy="2714171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F7EE2BB-15B7-4E11-7EA5-CC89DBECB757}"/>
                </a:ext>
              </a:extLst>
            </p:cNvPr>
            <p:cNvSpPr/>
            <p:nvPr/>
          </p:nvSpPr>
          <p:spPr>
            <a:xfrm>
              <a:off x="290285" y="3429000"/>
              <a:ext cx="2714171" cy="271417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D09A51BE-4B33-B546-B556-A0551A933E03}"/>
                </a:ext>
              </a:extLst>
            </p:cNvPr>
            <p:cNvSpPr/>
            <p:nvPr/>
          </p:nvSpPr>
          <p:spPr>
            <a:xfrm>
              <a:off x="660398" y="3799113"/>
              <a:ext cx="1973943" cy="1973943"/>
            </a:xfrm>
            <a:prstGeom prst="rect">
              <a:avLst/>
            </a:prstGeom>
            <a:solidFill>
              <a:srgbClr val="0003F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9209D89-C283-1AF0-AEE9-5E5EEB43B31C}"/>
              </a:ext>
            </a:extLst>
          </p:cNvPr>
          <p:cNvGrpSpPr/>
          <p:nvPr/>
        </p:nvGrpSpPr>
        <p:grpSpPr>
          <a:xfrm>
            <a:off x="8563426" y="3429000"/>
            <a:ext cx="2714171" cy="2714171"/>
            <a:chOff x="290285" y="3429000"/>
            <a:chExt cx="2714171" cy="2714171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66241275-C076-F525-2854-BE56B4B922C8}"/>
                </a:ext>
              </a:extLst>
            </p:cNvPr>
            <p:cNvSpPr/>
            <p:nvPr/>
          </p:nvSpPr>
          <p:spPr>
            <a:xfrm>
              <a:off x="290285" y="3429000"/>
              <a:ext cx="2714171" cy="271417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54D84781-1BEC-06D1-622B-2A7FCA5EA8A7}"/>
                </a:ext>
              </a:extLst>
            </p:cNvPr>
            <p:cNvSpPr/>
            <p:nvPr/>
          </p:nvSpPr>
          <p:spPr>
            <a:xfrm>
              <a:off x="660398" y="3799113"/>
              <a:ext cx="1973943" cy="1973943"/>
            </a:xfrm>
            <a:prstGeom prst="rect">
              <a:avLst/>
            </a:prstGeom>
            <a:solidFill>
              <a:srgbClr val="08E11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40208463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136</Words>
  <Application>Microsoft Office PowerPoint</Application>
  <PresentationFormat>Panorámica</PresentationFormat>
  <Paragraphs>53</Paragraphs>
  <Slides>11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Impact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JOSE RIVERA LOPEZ</dc:creator>
  <cp:lastModifiedBy>JUAN JOSE RIVERA LOPEZ</cp:lastModifiedBy>
  <cp:revision>10</cp:revision>
  <dcterms:created xsi:type="dcterms:W3CDTF">2026-05-03T17:49:14Z</dcterms:created>
  <dcterms:modified xsi:type="dcterms:W3CDTF">2026-05-21T01:20:41Z</dcterms:modified>
</cp:coreProperties>
</file>